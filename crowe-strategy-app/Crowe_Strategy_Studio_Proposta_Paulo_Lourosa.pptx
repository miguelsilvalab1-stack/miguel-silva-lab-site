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12" r:id="rId2"/>
  </p:sldMasterIdLst>
  <p:notesMasterIdLst>
    <p:notesMasterId r:id="rId24"/>
  </p:notesMasterIdLst>
  <p:sldIdLst>
    <p:sldId id="329" r:id="rId3"/>
    <p:sldId id="263" r:id="rId4"/>
    <p:sldId id="2141411505" r:id="rId5"/>
    <p:sldId id="281" r:id="rId6"/>
    <p:sldId id="2141411521" r:id="rId12"/>
    <p:sldId id="2141411523" r:id="rId14"/>
    <p:sldId id="2141411518" r:id="rId9"/>
    <p:sldId id="35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7207B6-CC2A-2603-D3F1-11EA2DFC4984}" name="Luana Mota" initials="LM" userId="S::luana.mota@crowe.pt::d4f4cdaa-6743-413f-85af-5aa98caf5c4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E41"/>
    <a:srgbClr val="000000"/>
    <a:srgbClr val="56E7D2"/>
    <a:srgbClr val="32A8FD"/>
    <a:srgbClr val="FFD230"/>
    <a:srgbClr val="612080"/>
    <a:srgbClr val="EA80FF"/>
    <a:srgbClr val="FABF1A"/>
    <a:srgbClr val="90F4E5"/>
    <a:srgbClr val="16D9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BEA209-3A3A-47DE-8137-C15D74BB1960}" v="2" dt="2026-05-22T16:38:37.803"/>
  </p1510:revLst>
</p1510:revInfo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8" autoAdjust="0"/>
    <p:restoredTop sz="96281"/>
  </p:normalViewPr>
  <p:slideViewPr>
    <p:cSldViewPr snapToGrid="0" snapToObjects="1">
      <p:cViewPr varScale="1">
        <p:scale>
          <a:sx n="149" d="100"/>
          <a:sy n="149" d="100"/>
        </p:scale>
        <p:origin x="184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F7DB7-3DE8-7943-BA4C-D2DB070CE699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11A1C-30BC-8A41-B69D-687F7869608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21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FA05-849B-F895-E861-12517626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21871-C927-F409-ED7D-3570E3E02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AF60A-99CD-C502-2E0E-1D17BCCD0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27EC1-3FB3-3699-4641-12CC94CDB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ECC48-DBC8-C244-AB2B-5953822D7E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97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22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– 01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8871FA-4B28-4D4A-8990-93C9B8B11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0C18970-A584-2447-AB5A-9660A6905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026" y="1616234"/>
            <a:ext cx="7087475" cy="166866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ts val="6200"/>
              </a:lnSpc>
              <a:defRPr sz="6500" b="1" i="0" spc="-150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title.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BC315D-2C8E-8745-A1CD-18A1362578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396" y="3437264"/>
            <a:ext cx="5771604" cy="62863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FC0A1-4765-284B-8C8E-5B6399A943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26" y="350407"/>
            <a:ext cx="1536456" cy="481157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F54A288-EA79-114F-A027-17BE4D571A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298" y="6213600"/>
            <a:ext cx="2375488" cy="2243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Audit / Tax / Advisory / Risk</a:t>
            </a:r>
            <a:endParaRPr lang="en-GB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2606652-5717-7641-99A8-A027F71BA0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90711" y="6213070"/>
            <a:ext cx="2685377" cy="2243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Smart decisions. Lasting value.</a:t>
            </a:r>
            <a:endParaRPr lang="en-GB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D410411-3D60-D54F-A3C5-D25D8032C0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4396" y="4805473"/>
            <a:ext cx="5771604" cy="277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Name:</a:t>
            </a:r>
            <a:endParaRPr lang="en-GB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ABC3346-FBD3-5C4B-A26B-63A6165915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2738" y="5167937"/>
            <a:ext cx="5771604" cy="277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Date: Month Day Year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141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– 02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99B174-1DB8-1243-B955-566D169EF5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80562" y="9671"/>
            <a:ext cx="6911438" cy="6858000"/>
          </a:xfrm>
          <a:custGeom>
            <a:avLst/>
            <a:gdLst>
              <a:gd name="connsiteX0" fmla="*/ 4789165 w 6911438"/>
              <a:gd name="connsiteY0" fmla="*/ 0 h 6858000"/>
              <a:gd name="connsiteX1" fmla="*/ 6911438 w 6911438"/>
              <a:gd name="connsiteY1" fmla="*/ 0 h 6858000"/>
              <a:gd name="connsiteX2" fmla="*/ 6911438 w 6911438"/>
              <a:gd name="connsiteY2" fmla="*/ 6858000 h 6858000"/>
              <a:gd name="connsiteX3" fmla="*/ 0 w 691143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11438" h="6858000">
                <a:moveTo>
                  <a:pt x="4789165" y="0"/>
                </a:moveTo>
                <a:lnTo>
                  <a:pt x="6911438" y="0"/>
                </a:lnTo>
                <a:lnTo>
                  <a:pt x="691143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BCCCB"/>
          </a:solidFill>
          <a:effectLst>
            <a:outerShdw blurRad="469900" dist="50800" dir="9000000" sx="102000" sy="102000" algn="r" rotWithShape="0">
              <a:srgbClr val="000000">
                <a:alpha val="30000"/>
              </a:srgbClr>
            </a:outerShdw>
          </a:effectLst>
        </p:spPr>
        <p:txBody>
          <a:bodyPr wrap="square">
            <a:noAutofit/>
          </a:bodyPr>
          <a:lstStyle>
            <a:lvl1pPr marL="0" indent="0" algn="ctr">
              <a:lnSpc>
                <a:spcPts val="40000"/>
              </a:lnSpc>
              <a:buNone/>
              <a:defRPr sz="1200">
                <a:solidFill>
                  <a:schemeClr val="tx1">
                    <a:alpha val="81000"/>
                  </a:schemeClr>
                </a:solidFill>
              </a:defRPr>
            </a:lvl1pPr>
          </a:lstStyle>
          <a:p>
            <a:r>
              <a:rPr lang="en-GB" dirty="0"/>
              <a:t> Click icon to insert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39CC79-B116-3448-901D-839E6108C3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26" y="350407"/>
            <a:ext cx="1536456" cy="48115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42E342F-01F0-3E4B-AC2D-0A795F0B8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026" y="1616234"/>
            <a:ext cx="7087475" cy="166866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ts val="6200"/>
              </a:lnSpc>
              <a:defRPr sz="6500" b="1" i="0" spc="-150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title.</a:t>
            </a:r>
            <a:endParaRPr lang="en-GB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AD46EF63-E5F0-7D47-AA18-C0B8B47B61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396" y="3437264"/>
            <a:ext cx="5771604" cy="62863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B3D26D2-56A9-8140-A03A-4E2FAB7EC6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298" y="6213600"/>
            <a:ext cx="2375488" cy="2243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Audit / Tax / Advisory / Risk</a:t>
            </a:r>
            <a:endParaRPr lang="en-GB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A0F414E-6B81-6048-93F0-DBA87CE541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90711" y="6213070"/>
            <a:ext cx="2685377" cy="22437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Smart decisions. Lasting value.</a:t>
            </a:r>
            <a:endParaRPr lang="en-GB" dirty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F3909B9-AD98-BC48-AC6E-03FB26D616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4396" y="4805473"/>
            <a:ext cx="5771604" cy="277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Name:</a:t>
            </a:r>
            <a:endParaRPr lang="en-GB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3336B82-8147-3942-B3CC-2BF62D4899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2738" y="5167937"/>
            <a:ext cx="5771604" cy="277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Date: Month Day Year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678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– 01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FF30C0-A152-544D-9AB9-E99CB8523B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0C18970-A584-2447-AB5A-9660A6905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2829448"/>
            <a:ext cx="7087475" cy="59955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6200"/>
              </a:lnSpc>
              <a:defRPr sz="6500" b="1" i="0" spc="-150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break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A2D10-AA80-6A46-A01A-69CEBE2D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83A89-DC23-314B-B32B-0405A0AAB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008" y="6289844"/>
            <a:ext cx="474662" cy="4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7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– 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5D9F93E-9AC4-B441-8A73-D5631A6D65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50" y="-10041"/>
            <a:ext cx="12227701" cy="68780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A2D10-AA80-6A46-A01A-69CEBE2D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D5BC2C-F84C-2C40-84B1-8C4DCD853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2829448"/>
            <a:ext cx="7087475" cy="59955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6200"/>
              </a:lnSpc>
              <a:defRPr sz="6500" b="1" i="0" spc="-15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break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AEA467-6563-E244-B3FA-0CBDED135D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008" y="6289844"/>
            <a:ext cx="474662" cy="4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7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– 03">
    <p:bg>
      <p:bgPr>
        <a:solidFill>
          <a:schemeClr val="bg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0A5B3A-A0FF-BA48-9B78-093CC233A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A2D10-AA80-6A46-A01A-69CEBE2D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6E170E-EEB6-444E-B67B-AD9E0D20B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2829448"/>
            <a:ext cx="7087475" cy="59955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6200"/>
              </a:lnSpc>
              <a:defRPr sz="6500" b="1" i="0" spc="-150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break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46BD0D-3C36-BC48-AE6A-4E2EA8907F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008" y="6289844"/>
            <a:ext cx="474662" cy="4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6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736D50D-C7BF-9D4F-9E9D-B13A43209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agenda slide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A8AD76A-E9BF-2F42-9BB0-2CD40CCD99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3614A834-9E93-5849-AEE3-4B4034BCCBFB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34964" y="1727201"/>
            <a:ext cx="11541124" cy="42386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79A388-FAA2-7C4A-A2C6-F52D7CFE1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42D1AD-C498-DB4C-A11C-5F99A3B11D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3608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Slide – 01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D9CB9352-8895-194C-B807-A7F260A40CCD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928597" y="1705956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9195732B-C9E4-AB49-BDB1-607EC825A0FA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928597" y="19965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FAE7A9B7-F7DC-2348-A096-DF675F2556A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927872" y="2298908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951A9E53-F8EB-164F-9698-4FB9C0E4A548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927872" y="25077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62" name="Picture Placeholder 2">
            <a:extLst>
              <a:ext uri="{FF2B5EF4-FFF2-40B4-BE49-F238E27FC236}">
                <a16:creationId xmlns:a16="http://schemas.microsoft.com/office/drawing/2014/main" id="{0DD17874-F632-9A4D-9453-E07658D6E5FD}"/>
              </a:ext>
            </a:extLst>
          </p:cNvPr>
          <p:cNvSpPr>
            <a:spLocks noGrp="1"/>
          </p:cNvSpPr>
          <p:nvPr>
            <p:ph type="pic" sz="quarter" idx="129" hasCustomPrompt="1"/>
          </p:nvPr>
        </p:nvSpPr>
        <p:spPr>
          <a:xfrm>
            <a:off x="323949" y="3817032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902B2E5F-CEE5-834A-BD35-09F41F7355CD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1928597" y="3817375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41A20FD8-71BC-DB42-8B09-B940573E441E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928597" y="41079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65" name="Text Placeholder 16">
            <a:extLst>
              <a:ext uri="{FF2B5EF4-FFF2-40B4-BE49-F238E27FC236}">
                <a16:creationId xmlns:a16="http://schemas.microsoft.com/office/drawing/2014/main" id="{17836445-D78B-6C45-AB96-20CC37EE219F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927872" y="4410327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99F84F17-4327-4C46-B0F3-A8F9CAB761C5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1927872" y="46191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44753B03-4D9D-B149-98FF-5CE289F1D670}"/>
              </a:ext>
            </a:extLst>
          </p:cNvPr>
          <p:cNvSpPr>
            <a:spLocks noGrp="1"/>
          </p:cNvSpPr>
          <p:nvPr>
            <p:ph type="pic" sz="quarter" idx="134" hasCustomPrompt="1"/>
          </p:nvPr>
        </p:nvSpPr>
        <p:spPr>
          <a:xfrm>
            <a:off x="6126835" y="1706400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D049F8AC-DEC7-EC48-9B58-092E3E284606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7731483" y="1705956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69" name="Text Placeholder 16">
            <a:extLst>
              <a:ext uri="{FF2B5EF4-FFF2-40B4-BE49-F238E27FC236}">
                <a16:creationId xmlns:a16="http://schemas.microsoft.com/office/drawing/2014/main" id="{3C937546-E230-9044-A5B2-EED332D17320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7731483" y="19965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70" name="Text Placeholder 16">
            <a:extLst>
              <a:ext uri="{FF2B5EF4-FFF2-40B4-BE49-F238E27FC236}">
                <a16:creationId xmlns:a16="http://schemas.microsoft.com/office/drawing/2014/main" id="{24EB8F6F-34CC-224C-8E39-B876D60CD9C0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7730758" y="2298908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154AE38E-1E62-5A4D-BB61-A12288656F7C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7730758" y="25077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72" name="Picture Placeholder 2">
            <a:extLst>
              <a:ext uri="{FF2B5EF4-FFF2-40B4-BE49-F238E27FC236}">
                <a16:creationId xmlns:a16="http://schemas.microsoft.com/office/drawing/2014/main" id="{57E41F53-2652-8343-916F-8CC63EC1FBE8}"/>
              </a:ext>
            </a:extLst>
          </p:cNvPr>
          <p:cNvSpPr>
            <a:spLocks noGrp="1"/>
          </p:cNvSpPr>
          <p:nvPr>
            <p:ph type="pic" sz="quarter" idx="139" hasCustomPrompt="1"/>
          </p:nvPr>
        </p:nvSpPr>
        <p:spPr>
          <a:xfrm>
            <a:off x="6126835" y="3817032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8C6E4C9-C96E-5546-9B77-8D5F1C45A74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7731483" y="3817375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74" name="Text Placeholder 16">
            <a:extLst>
              <a:ext uri="{FF2B5EF4-FFF2-40B4-BE49-F238E27FC236}">
                <a16:creationId xmlns:a16="http://schemas.microsoft.com/office/drawing/2014/main" id="{ECB4CA89-D034-9545-A495-78EA5A1D4CC4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7731483" y="41079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5B3C59F4-6C1E-5249-8039-8F86BEC55D1C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7730758" y="4410327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76" name="Text Placeholder 16">
            <a:extLst>
              <a:ext uri="{FF2B5EF4-FFF2-40B4-BE49-F238E27FC236}">
                <a16:creationId xmlns:a16="http://schemas.microsoft.com/office/drawing/2014/main" id="{1C39AAAE-AFA0-7B4F-B1E9-93541EF95CC9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7730758" y="46191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677E6F78-81A3-DA45-8D42-9C2F6677650C}"/>
              </a:ext>
            </a:extLst>
          </p:cNvPr>
          <p:cNvSpPr>
            <a:spLocks noGrp="1"/>
          </p:cNvSpPr>
          <p:nvPr>
            <p:ph type="sldNum" sz="quarter" idx="14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26" name="Title 12">
            <a:extLst>
              <a:ext uri="{FF2B5EF4-FFF2-40B4-BE49-F238E27FC236}">
                <a16:creationId xmlns:a16="http://schemas.microsoft.com/office/drawing/2014/main" id="{41575C26-434D-AF42-92CA-CE301DA067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team slide</a:t>
            </a:r>
            <a:endParaRPr lang="en-GB" dirty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D172540-CFB2-7340-8745-1EA5475EAD97}"/>
              </a:ext>
            </a:extLst>
          </p:cNvPr>
          <p:cNvSpPr>
            <a:spLocks noGrp="1"/>
          </p:cNvSpPr>
          <p:nvPr>
            <p:ph type="pic" sz="quarter" idx="146" hasCustomPrompt="1"/>
          </p:nvPr>
        </p:nvSpPr>
        <p:spPr>
          <a:xfrm>
            <a:off x="323649" y="1706400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3FB66B-186B-BC46-8811-83D695381AF8}"/>
              </a:ext>
            </a:extLst>
          </p:cNvPr>
          <p:cNvSpPr>
            <a:spLocks noGrp="1"/>
          </p:cNvSpPr>
          <p:nvPr>
            <p:ph type="ftr" sz="quarter" idx="14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5CB284B-BFF7-8648-8E19-42DF22B76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884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Slide – 01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0D40C-F4BC-1341-833B-5D259AB323F4}"/>
              </a:ext>
            </a:extLst>
          </p:cNvPr>
          <p:cNvSpPr>
            <a:spLocks noGrp="1"/>
          </p:cNvSpPr>
          <p:nvPr>
            <p:ph type="ftr" sz="quarter" idx="144"/>
          </p:nvPr>
        </p:nvSpPr>
        <p:spPr/>
        <p:txBody>
          <a:bodyPr/>
          <a:lstStyle/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0E2EA-89F8-204B-B71A-91A4CE44B662}"/>
              </a:ext>
            </a:extLst>
          </p:cNvPr>
          <p:cNvSpPr>
            <a:spLocks noGrp="1"/>
          </p:cNvSpPr>
          <p:nvPr>
            <p:ph type="sldNum" sz="quarter" idx="145"/>
          </p:nvPr>
        </p:nvSpPr>
        <p:spPr/>
        <p:txBody>
          <a:bodyPr/>
          <a:lstStyle/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23A0770-D48C-764A-98D8-FEB8DC5EF8FC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928597" y="1705956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E98E2EB6-3EB6-B14E-93D5-5DF047502477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928597" y="19965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9FC491DA-45C4-5849-AD80-9F32623197D6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927872" y="2298908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90EBBFFB-C044-B441-A336-5F49C67D242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927872" y="25077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EFBCBF5-09A6-584D-A5A3-2CD04C8C870F}"/>
              </a:ext>
            </a:extLst>
          </p:cNvPr>
          <p:cNvSpPr>
            <a:spLocks noGrp="1"/>
          </p:cNvSpPr>
          <p:nvPr>
            <p:ph type="pic" sz="quarter" idx="129" hasCustomPrompt="1"/>
          </p:nvPr>
        </p:nvSpPr>
        <p:spPr>
          <a:xfrm>
            <a:off x="323949" y="3817032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4ED19D82-8A6E-BD43-89F2-C13DCDA1D57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1928597" y="3817375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E6C27BE5-70E6-F643-8873-AD8FC1B38F3E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928597" y="41079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65FDF314-3CBB-BD40-BDDB-8371A108BDDC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927872" y="4410327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F000B1E2-A714-1B4D-9E73-3D289CD9CD42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1927872" y="46191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9F343B76-5D88-BA46-B3E2-D18352D89A9D}"/>
              </a:ext>
            </a:extLst>
          </p:cNvPr>
          <p:cNvSpPr>
            <a:spLocks noGrp="1"/>
          </p:cNvSpPr>
          <p:nvPr>
            <p:ph type="pic" sz="quarter" idx="134" hasCustomPrompt="1"/>
          </p:nvPr>
        </p:nvSpPr>
        <p:spPr>
          <a:xfrm>
            <a:off x="6126835" y="1706400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93508018-29C4-2547-B474-9ACE0E4F564D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7731483" y="1705956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29B2EF00-DAA4-974E-B2A0-4E61BD46CEA0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7731483" y="19965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63BC4282-AD95-CE43-90AD-B432ABE51496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7730758" y="2298908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61" name="Text Placeholder 16">
            <a:extLst>
              <a:ext uri="{FF2B5EF4-FFF2-40B4-BE49-F238E27FC236}">
                <a16:creationId xmlns:a16="http://schemas.microsoft.com/office/drawing/2014/main" id="{B0552277-5B0C-5048-8D03-3FB4F87A15EF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7730758" y="2507708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62" name="Picture Placeholder 2">
            <a:extLst>
              <a:ext uri="{FF2B5EF4-FFF2-40B4-BE49-F238E27FC236}">
                <a16:creationId xmlns:a16="http://schemas.microsoft.com/office/drawing/2014/main" id="{96289E86-B9A7-154F-8481-4915641EFD8D}"/>
              </a:ext>
            </a:extLst>
          </p:cNvPr>
          <p:cNvSpPr>
            <a:spLocks noGrp="1"/>
          </p:cNvSpPr>
          <p:nvPr>
            <p:ph type="pic" sz="quarter" idx="139" hasCustomPrompt="1"/>
          </p:nvPr>
        </p:nvSpPr>
        <p:spPr>
          <a:xfrm>
            <a:off x="6126835" y="3817032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A82509B1-4165-8B4E-9D7F-C4FEC6E085DD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7731483" y="3817375"/>
            <a:ext cx="3239419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31334FE0-0D11-7C4B-9BEA-BDAC7F6977DF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7731483" y="41079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65" name="Text Placeholder 16">
            <a:extLst>
              <a:ext uri="{FF2B5EF4-FFF2-40B4-BE49-F238E27FC236}">
                <a16:creationId xmlns:a16="http://schemas.microsoft.com/office/drawing/2014/main" id="{514BC9A1-C9E5-3248-9569-91DB55A5C888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7730758" y="4410327"/>
            <a:ext cx="3239419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E32FAF90-6F75-124C-BA5C-3E38A91F33DF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7730758" y="4619127"/>
            <a:ext cx="3239419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3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7438FFAF-3853-2D47-A8E0-B4C6A53D1F1A}"/>
              </a:ext>
            </a:extLst>
          </p:cNvPr>
          <p:cNvSpPr>
            <a:spLocks noGrp="1"/>
          </p:cNvSpPr>
          <p:nvPr>
            <p:ph type="pic" sz="quarter" idx="146" hasCustomPrompt="1"/>
          </p:nvPr>
        </p:nvSpPr>
        <p:spPr>
          <a:xfrm>
            <a:off x="323649" y="1706400"/>
            <a:ext cx="1459612" cy="1727267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12500"/>
              </a:lnSpc>
              <a:spcBef>
                <a:spcPts val="3000"/>
              </a:spcBef>
              <a:buFontTx/>
              <a:buNone/>
              <a:defRPr sz="9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8" name="Title 12">
            <a:extLst>
              <a:ext uri="{FF2B5EF4-FFF2-40B4-BE49-F238E27FC236}">
                <a16:creationId xmlns:a16="http://schemas.microsoft.com/office/drawing/2014/main" id="{C53431BA-BDBD-3445-BA4A-F74D9487F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team slide</a:t>
            </a:r>
            <a:endParaRPr lang="en-GB" dirty="0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27595995-AA9A-4241-9499-62EFE5F91F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249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Slide – 02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8ECF2FE-685C-2B40-9537-C5FFB508A1F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225" y="171312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Click icon to insert image 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0AA4D4D6-0FFA-534E-93A0-F540A3A6F37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45750" y="1710568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2FB024E-138D-E34A-9D9C-9191378F98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445750" y="20011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422F73A-1C87-DF45-86E9-D79B0F68A349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445025" y="2303520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879C36F-7C47-424B-9A45-3F98D383A9D0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445025" y="25123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4129E69-8DC1-3240-A1F4-6723AF589BE3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4157861" y="1713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4669BD8B-AB43-3244-8CA1-B26503EBF32D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267386" y="1709520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B072656-2F15-ED4A-8EDD-12313A89B63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5267386" y="20011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4E619A0-8449-574C-96BC-CF836013E5BB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5266661" y="2303520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6EE7DF0-3F18-3648-99EE-9EE5E82D8D89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5266661" y="25123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A3B5130-0398-8645-9380-FCD8C2F0532B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89022" y="1709514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5048C72-8489-904C-98B7-5DA181C21E0E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9089022" y="2001114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CD084956-D8CE-E946-9360-1F878FE707AB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9088297" y="2303514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F1FE403-3398-F349-9E20-3336E9BC3A4B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9088297" y="2512314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EF994653-00E0-C645-AE11-692E5B9D0F95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445750" y="3222495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14B5667B-B8C8-2A48-9884-13634F4FF9FD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445750" y="35130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9D2052B3-7197-8049-8B15-8426806BC358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1445025" y="3815447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4BE1AC4B-8D58-904C-963A-3014ECC5ECCB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1445025" y="40242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0367E0A1-0D3B-1A42-89C2-75B246CBB1B0}"/>
              </a:ext>
            </a:extLst>
          </p:cNvPr>
          <p:cNvSpPr>
            <a:spLocks noGrp="1"/>
          </p:cNvSpPr>
          <p:nvPr>
            <p:ph type="pic" sz="quarter" idx="140" hasCustomPrompt="1"/>
          </p:nvPr>
        </p:nvSpPr>
        <p:spPr>
          <a:xfrm>
            <a:off x="4157861" y="3225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CB1A888-DF0B-504C-9AD5-2E4C8936F536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5267386" y="3221447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D4BF3943-BA3C-E84C-B36E-CC0F387E126F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5267386" y="35130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9C3FDD-F6A3-DE42-BE31-ABC63908B593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5266661" y="3815447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175B455-9B0F-1947-883A-82C99856CF73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5266661" y="40242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C7BB45F0-0B3A-A34F-84F2-503138DBB735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9089022" y="3221441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5DD15DF3-0FF5-C048-8B48-80AFBDBBD5A8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9089022" y="3513041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FE65CB50-9361-3342-8CB6-4BD5C9CAA93C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9088297" y="3815441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A9D487B3-1F98-2A48-B414-CCD20E8498ED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9088297" y="4024241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BC6AE488-D524-3F49-8813-90159EADF349}"/>
              </a:ext>
            </a:extLst>
          </p:cNvPr>
          <p:cNvSpPr>
            <a:spLocks noGrp="1"/>
          </p:cNvSpPr>
          <p:nvPr>
            <p:ph type="pic" sz="quarter" idx="150" hasCustomPrompt="1"/>
          </p:nvPr>
        </p:nvSpPr>
        <p:spPr>
          <a:xfrm>
            <a:off x="335500" y="4735036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3F12CE76-05FD-6245-99E2-A2A97441D85C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1445025" y="4732484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F35B796C-28A4-7445-A89E-BD993F7C20EF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1445025" y="50230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5C8E721-7F37-FF44-8BE9-3D8FA9D62B13}"/>
              </a:ext>
            </a:extLst>
          </p:cNvPr>
          <p:cNvSpPr>
            <a:spLocks noGrp="1"/>
          </p:cNvSpPr>
          <p:nvPr>
            <p:ph type="body" sz="quarter" idx="153" hasCustomPrompt="1"/>
          </p:nvPr>
        </p:nvSpPr>
        <p:spPr>
          <a:xfrm>
            <a:off x="1444300" y="5325436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9A8524D2-F360-FE4B-9B0E-3FD7B70842EA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1444300" y="55342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022F9F15-6DA6-084A-A8AC-0A35AA6D261B}"/>
              </a:ext>
            </a:extLst>
          </p:cNvPr>
          <p:cNvSpPr>
            <a:spLocks noGrp="1"/>
          </p:cNvSpPr>
          <p:nvPr>
            <p:ph type="pic" sz="quarter" idx="155" hasCustomPrompt="1"/>
          </p:nvPr>
        </p:nvSpPr>
        <p:spPr>
          <a:xfrm>
            <a:off x="4159425" y="47340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02D0000A-C91F-2D47-B414-452B6749E23F}"/>
              </a:ext>
            </a:extLst>
          </p:cNvPr>
          <p:cNvSpPr>
            <a:spLocks noGrp="1"/>
          </p:cNvSpPr>
          <p:nvPr>
            <p:ph type="body" sz="quarter" idx="156" hasCustomPrompt="1"/>
          </p:nvPr>
        </p:nvSpPr>
        <p:spPr>
          <a:xfrm>
            <a:off x="5266661" y="4733520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B74A2746-E6A6-924F-8788-50F18E52991A}"/>
              </a:ext>
            </a:extLst>
          </p:cNvPr>
          <p:cNvSpPr>
            <a:spLocks noGrp="1"/>
          </p:cNvSpPr>
          <p:nvPr>
            <p:ph type="body" sz="quarter" idx="157" hasCustomPrompt="1"/>
          </p:nvPr>
        </p:nvSpPr>
        <p:spPr>
          <a:xfrm>
            <a:off x="5266661" y="50230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467811E4-2C19-3E44-89DB-A40F73D5C166}"/>
              </a:ext>
            </a:extLst>
          </p:cNvPr>
          <p:cNvSpPr>
            <a:spLocks noGrp="1"/>
          </p:cNvSpPr>
          <p:nvPr>
            <p:ph type="body" sz="quarter" idx="158" hasCustomPrompt="1"/>
          </p:nvPr>
        </p:nvSpPr>
        <p:spPr>
          <a:xfrm>
            <a:off x="5265936" y="5325436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DB40B4D2-27BE-D443-BBFF-C969D8C06370}"/>
              </a:ext>
            </a:extLst>
          </p:cNvPr>
          <p:cNvSpPr>
            <a:spLocks noGrp="1"/>
          </p:cNvSpPr>
          <p:nvPr>
            <p:ph type="body" sz="quarter" idx="159" hasCustomPrompt="1"/>
          </p:nvPr>
        </p:nvSpPr>
        <p:spPr>
          <a:xfrm>
            <a:off x="5265936" y="55342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D6EF9EFB-28BE-8540-97D7-26DD36CC24B5}"/>
              </a:ext>
            </a:extLst>
          </p:cNvPr>
          <p:cNvSpPr>
            <a:spLocks noGrp="1"/>
          </p:cNvSpPr>
          <p:nvPr>
            <p:ph type="body" sz="quarter" idx="161" hasCustomPrompt="1"/>
          </p:nvPr>
        </p:nvSpPr>
        <p:spPr>
          <a:xfrm>
            <a:off x="9088297" y="4733520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82C9A6DB-7D2F-464C-B4AE-0DBFD2C0FDD5}"/>
              </a:ext>
            </a:extLst>
          </p:cNvPr>
          <p:cNvSpPr>
            <a:spLocks noGrp="1"/>
          </p:cNvSpPr>
          <p:nvPr>
            <p:ph type="body" sz="quarter" idx="162" hasCustomPrompt="1"/>
          </p:nvPr>
        </p:nvSpPr>
        <p:spPr>
          <a:xfrm>
            <a:off x="9088297" y="502303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3F6E8920-F8FB-8D4D-A0AF-8F2D1C2FA7AD}"/>
              </a:ext>
            </a:extLst>
          </p:cNvPr>
          <p:cNvSpPr>
            <a:spLocks noGrp="1"/>
          </p:cNvSpPr>
          <p:nvPr>
            <p:ph type="body" sz="quarter" idx="163" hasCustomPrompt="1"/>
          </p:nvPr>
        </p:nvSpPr>
        <p:spPr>
          <a:xfrm>
            <a:off x="9087572" y="5325430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28604A02-A9BD-5442-BFE9-0FDCC47DE062}"/>
              </a:ext>
            </a:extLst>
          </p:cNvPr>
          <p:cNvSpPr>
            <a:spLocks noGrp="1"/>
          </p:cNvSpPr>
          <p:nvPr>
            <p:ph type="body" sz="quarter" idx="164" hasCustomPrompt="1"/>
          </p:nvPr>
        </p:nvSpPr>
        <p:spPr>
          <a:xfrm>
            <a:off x="9087572" y="553423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tx2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3115B189-5731-C447-8C6D-4353172514E0}"/>
              </a:ext>
            </a:extLst>
          </p:cNvPr>
          <p:cNvSpPr>
            <a:spLocks noGrp="1"/>
          </p:cNvSpPr>
          <p:nvPr>
            <p:ph type="ftr" sz="quarter" idx="165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4BCF1F51-BDDE-D54A-8EF2-8A076BA41980}"/>
              </a:ext>
            </a:extLst>
          </p:cNvPr>
          <p:cNvSpPr>
            <a:spLocks noGrp="1"/>
          </p:cNvSpPr>
          <p:nvPr>
            <p:ph type="sldNum" sz="quarter" idx="16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4" name="Title 12">
            <a:extLst>
              <a:ext uri="{FF2B5EF4-FFF2-40B4-BE49-F238E27FC236}">
                <a16:creationId xmlns:a16="http://schemas.microsoft.com/office/drawing/2014/main" id="{2BD2A382-61F2-3E46-B9E7-94BC54D66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team slide</a:t>
            </a:r>
            <a:endParaRPr lang="en-GB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518BC5DF-4114-C44A-A983-171D4362E8ED}"/>
              </a:ext>
            </a:extLst>
          </p:cNvPr>
          <p:cNvSpPr>
            <a:spLocks noGrp="1"/>
          </p:cNvSpPr>
          <p:nvPr>
            <p:ph type="pic" sz="quarter" idx="167" hasCustomPrompt="1"/>
          </p:nvPr>
        </p:nvSpPr>
        <p:spPr>
          <a:xfrm>
            <a:off x="334964" y="3225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4" name="Picture Placeholder 2">
            <a:extLst>
              <a:ext uri="{FF2B5EF4-FFF2-40B4-BE49-F238E27FC236}">
                <a16:creationId xmlns:a16="http://schemas.microsoft.com/office/drawing/2014/main" id="{47BA101D-05F8-FA4D-9B75-6A151550C0A7}"/>
              </a:ext>
            </a:extLst>
          </p:cNvPr>
          <p:cNvSpPr>
            <a:spLocks noGrp="1"/>
          </p:cNvSpPr>
          <p:nvPr>
            <p:ph type="pic" sz="quarter" idx="168" hasCustomPrompt="1"/>
          </p:nvPr>
        </p:nvSpPr>
        <p:spPr>
          <a:xfrm>
            <a:off x="7977208" y="1713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11877DC2-B41A-5349-B348-F914FDD97C21}"/>
              </a:ext>
            </a:extLst>
          </p:cNvPr>
          <p:cNvSpPr>
            <a:spLocks noGrp="1"/>
          </p:cNvSpPr>
          <p:nvPr>
            <p:ph type="pic" sz="quarter" idx="169" hasCustomPrompt="1"/>
          </p:nvPr>
        </p:nvSpPr>
        <p:spPr>
          <a:xfrm>
            <a:off x="7977208" y="3225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6BADCF75-8B2F-9B4C-A3A2-B17B8AF3A00F}"/>
              </a:ext>
            </a:extLst>
          </p:cNvPr>
          <p:cNvSpPr>
            <a:spLocks noGrp="1"/>
          </p:cNvSpPr>
          <p:nvPr>
            <p:ph type="pic" sz="quarter" idx="170" hasCustomPrompt="1"/>
          </p:nvPr>
        </p:nvSpPr>
        <p:spPr>
          <a:xfrm>
            <a:off x="7978772" y="47340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FA104F1A-B478-F548-89A0-19776B9B1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597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Slide – 02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656FE-0A97-7B40-A7B7-4FA3114B1988}"/>
              </a:ext>
            </a:extLst>
          </p:cNvPr>
          <p:cNvSpPr>
            <a:spLocks noGrp="1"/>
          </p:cNvSpPr>
          <p:nvPr>
            <p:ph type="ftr" sz="quarter" idx="165"/>
          </p:nvPr>
        </p:nvSpPr>
        <p:spPr/>
        <p:txBody>
          <a:bodyPr/>
          <a:lstStyle/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96540-3B76-724C-B006-3BF2CBD8F3A8}"/>
              </a:ext>
            </a:extLst>
          </p:cNvPr>
          <p:cNvSpPr>
            <a:spLocks noGrp="1"/>
          </p:cNvSpPr>
          <p:nvPr>
            <p:ph type="sldNum" sz="quarter" idx="166"/>
          </p:nvPr>
        </p:nvSpPr>
        <p:spPr/>
        <p:txBody>
          <a:bodyPr/>
          <a:lstStyle/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1" name="Title 12">
            <a:extLst>
              <a:ext uri="{FF2B5EF4-FFF2-40B4-BE49-F238E27FC236}">
                <a16:creationId xmlns:a16="http://schemas.microsoft.com/office/drawing/2014/main" id="{ECD0459C-C958-FB4F-9B60-5D62030AE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team slide</a:t>
            </a:r>
            <a:endParaRPr lang="en-GB" dirty="0"/>
          </a:p>
        </p:txBody>
      </p:sp>
      <p:sp>
        <p:nvSpPr>
          <p:cNvPr id="146" name="Text Placeholder 14">
            <a:extLst>
              <a:ext uri="{FF2B5EF4-FFF2-40B4-BE49-F238E27FC236}">
                <a16:creationId xmlns:a16="http://schemas.microsoft.com/office/drawing/2014/main" id="{65922254-D380-CC46-A0A0-D373531E122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45750" y="1710568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47" name="Text Placeholder 16">
            <a:extLst>
              <a:ext uri="{FF2B5EF4-FFF2-40B4-BE49-F238E27FC236}">
                <a16:creationId xmlns:a16="http://schemas.microsoft.com/office/drawing/2014/main" id="{5F9F5CB1-2BBB-6344-BA6D-D63328490E4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445750" y="20011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48" name="Text Placeholder 16">
            <a:extLst>
              <a:ext uri="{FF2B5EF4-FFF2-40B4-BE49-F238E27FC236}">
                <a16:creationId xmlns:a16="http://schemas.microsoft.com/office/drawing/2014/main" id="{751E0273-FA44-1B4E-8209-DF000C56C729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445025" y="2303520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49" name="Text Placeholder 16">
            <a:extLst>
              <a:ext uri="{FF2B5EF4-FFF2-40B4-BE49-F238E27FC236}">
                <a16:creationId xmlns:a16="http://schemas.microsoft.com/office/drawing/2014/main" id="{4B6F1B6A-8703-1048-A615-7724F7708EE3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445025" y="25123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51" name="Text Placeholder 14">
            <a:extLst>
              <a:ext uri="{FF2B5EF4-FFF2-40B4-BE49-F238E27FC236}">
                <a16:creationId xmlns:a16="http://schemas.microsoft.com/office/drawing/2014/main" id="{F95B6416-2063-7641-A15F-79CD7EABFD39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267386" y="1709520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52" name="Text Placeholder 16">
            <a:extLst>
              <a:ext uri="{FF2B5EF4-FFF2-40B4-BE49-F238E27FC236}">
                <a16:creationId xmlns:a16="http://schemas.microsoft.com/office/drawing/2014/main" id="{984DDAB2-2BE8-8F43-9D92-FD131277A3AF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5267386" y="20011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BD3E2955-4784-584F-A04C-0BE09676915E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5266661" y="2303520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54" name="Text Placeholder 16">
            <a:extLst>
              <a:ext uri="{FF2B5EF4-FFF2-40B4-BE49-F238E27FC236}">
                <a16:creationId xmlns:a16="http://schemas.microsoft.com/office/drawing/2014/main" id="{6DEF7D30-EA73-8B4B-B8EB-631C4C544B21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5266661" y="251232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56" name="Text Placeholder 14">
            <a:extLst>
              <a:ext uri="{FF2B5EF4-FFF2-40B4-BE49-F238E27FC236}">
                <a16:creationId xmlns:a16="http://schemas.microsoft.com/office/drawing/2014/main" id="{890458C8-6982-714E-AA5B-D507454036FB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89022" y="1709514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11021C07-0895-E641-B38B-5C1ED4F0C5E5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9089022" y="2001114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58" name="Text Placeholder 16">
            <a:extLst>
              <a:ext uri="{FF2B5EF4-FFF2-40B4-BE49-F238E27FC236}">
                <a16:creationId xmlns:a16="http://schemas.microsoft.com/office/drawing/2014/main" id="{24D987E5-EC41-6C4F-98CB-F80EDCCC39A7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9088297" y="2303514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EE1C83F2-65E3-7040-9ADE-34E54BE786A7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9088297" y="2512314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61" name="Text Placeholder 14">
            <a:extLst>
              <a:ext uri="{FF2B5EF4-FFF2-40B4-BE49-F238E27FC236}">
                <a16:creationId xmlns:a16="http://schemas.microsoft.com/office/drawing/2014/main" id="{598ADF5A-9674-ED4C-91AD-5E3EAC823FE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445750" y="3222495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62" name="Text Placeholder 16">
            <a:extLst>
              <a:ext uri="{FF2B5EF4-FFF2-40B4-BE49-F238E27FC236}">
                <a16:creationId xmlns:a16="http://schemas.microsoft.com/office/drawing/2014/main" id="{B5DF02EF-0C7E-E143-88D0-AB8E79A9364D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445750" y="35130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63" name="Text Placeholder 16">
            <a:extLst>
              <a:ext uri="{FF2B5EF4-FFF2-40B4-BE49-F238E27FC236}">
                <a16:creationId xmlns:a16="http://schemas.microsoft.com/office/drawing/2014/main" id="{A3114149-B78F-A04D-9A91-51ECC4A5C4C2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1445025" y="3815447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64" name="Text Placeholder 16">
            <a:extLst>
              <a:ext uri="{FF2B5EF4-FFF2-40B4-BE49-F238E27FC236}">
                <a16:creationId xmlns:a16="http://schemas.microsoft.com/office/drawing/2014/main" id="{6684885D-8A37-1449-9396-BF5EAEA498FF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1445025" y="40242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66" name="Text Placeholder 14">
            <a:extLst>
              <a:ext uri="{FF2B5EF4-FFF2-40B4-BE49-F238E27FC236}">
                <a16:creationId xmlns:a16="http://schemas.microsoft.com/office/drawing/2014/main" id="{490BF33A-5D0E-C340-8ADC-0299340C9718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5267386" y="3221447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67" name="Text Placeholder 16">
            <a:extLst>
              <a:ext uri="{FF2B5EF4-FFF2-40B4-BE49-F238E27FC236}">
                <a16:creationId xmlns:a16="http://schemas.microsoft.com/office/drawing/2014/main" id="{F4E3956F-30C9-0C4A-9DB6-34FFB75F4661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5267386" y="35130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68" name="Text Placeholder 16">
            <a:extLst>
              <a:ext uri="{FF2B5EF4-FFF2-40B4-BE49-F238E27FC236}">
                <a16:creationId xmlns:a16="http://schemas.microsoft.com/office/drawing/2014/main" id="{0BB90BC8-429F-7045-BB2B-704A77A69513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5266661" y="3815447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69" name="Text Placeholder 16">
            <a:extLst>
              <a:ext uri="{FF2B5EF4-FFF2-40B4-BE49-F238E27FC236}">
                <a16:creationId xmlns:a16="http://schemas.microsoft.com/office/drawing/2014/main" id="{125B6E44-D439-A14A-863F-E6AD46B9ADCC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5266661" y="4024247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71" name="Text Placeholder 14">
            <a:extLst>
              <a:ext uri="{FF2B5EF4-FFF2-40B4-BE49-F238E27FC236}">
                <a16:creationId xmlns:a16="http://schemas.microsoft.com/office/drawing/2014/main" id="{7C60AD97-C173-B446-96EC-9ACC79A0D603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9089022" y="3221441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72" name="Text Placeholder 16">
            <a:extLst>
              <a:ext uri="{FF2B5EF4-FFF2-40B4-BE49-F238E27FC236}">
                <a16:creationId xmlns:a16="http://schemas.microsoft.com/office/drawing/2014/main" id="{50858864-C5E3-3E4F-A821-E6BC1EB70142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9089022" y="3513041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73" name="Text Placeholder 16">
            <a:extLst>
              <a:ext uri="{FF2B5EF4-FFF2-40B4-BE49-F238E27FC236}">
                <a16:creationId xmlns:a16="http://schemas.microsoft.com/office/drawing/2014/main" id="{245EA32C-8C4E-CD4B-9BF3-4BDD57C9D2A3}"/>
              </a:ext>
            </a:extLst>
          </p:cNvPr>
          <p:cNvSpPr>
            <a:spLocks noGrp="1"/>
          </p:cNvSpPr>
          <p:nvPr>
            <p:ph type="body" sz="quarter" idx="148" hasCustomPrompt="1"/>
          </p:nvPr>
        </p:nvSpPr>
        <p:spPr>
          <a:xfrm>
            <a:off x="9088297" y="3815441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74" name="Text Placeholder 16">
            <a:extLst>
              <a:ext uri="{FF2B5EF4-FFF2-40B4-BE49-F238E27FC236}">
                <a16:creationId xmlns:a16="http://schemas.microsoft.com/office/drawing/2014/main" id="{D038467C-15BB-2246-8CC6-1D9136C75009}"/>
              </a:ext>
            </a:extLst>
          </p:cNvPr>
          <p:cNvSpPr>
            <a:spLocks noGrp="1"/>
          </p:cNvSpPr>
          <p:nvPr>
            <p:ph type="body" sz="quarter" idx="149" hasCustomPrompt="1"/>
          </p:nvPr>
        </p:nvSpPr>
        <p:spPr>
          <a:xfrm>
            <a:off x="9088297" y="4024241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76" name="Text Placeholder 14">
            <a:extLst>
              <a:ext uri="{FF2B5EF4-FFF2-40B4-BE49-F238E27FC236}">
                <a16:creationId xmlns:a16="http://schemas.microsoft.com/office/drawing/2014/main" id="{159F7B60-A2AE-204B-B83F-76B11BC0AAD3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1445025" y="4732484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77" name="Text Placeholder 16">
            <a:extLst>
              <a:ext uri="{FF2B5EF4-FFF2-40B4-BE49-F238E27FC236}">
                <a16:creationId xmlns:a16="http://schemas.microsoft.com/office/drawing/2014/main" id="{FA6A4EEB-22BF-A942-B9AC-854464E8E935}"/>
              </a:ext>
            </a:extLst>
          </p:cNvPr>
          <p:cNvSpPr>
            <a:spLocks noGrp="1"/>
          </p:cNvSpPr>
          <p:nvPr>
            <p:ph type="body" sz="quarter" idx="152" hasCustomPrompt="1"/>
          </p:nvPr>
        </p:nvSpPr>
        <p:spPr>
          <a:xfrm>
            <a:off x="1445025" y="50230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78" name="Text Placeholder 16">
            <a:extLst>
              <a:ext uri="{FF2B5EF4-FFF2-40B4-BE49-F238E27FC236}">
                <a16:creationId xmlns:a16="http://schemas.microsoft.com/office/drawing/2014/main" id="{57A7E61C-43F7-D745-BAFB-772322564322}"/>
              </a:ext>
            </a:extLst>
          </p:cNvPr>
          <p:cNvSpPr>
            <a:spLocks noGrp="1"/>
          </p:cNvSpPr>
          <p:nvPr>
            <p:ph type="body" sz="quarter" idx="153" hasCustomPrompt="1"/>
          </p:nvPr>
        </p:nvSpPr>
        <p:spPr>
          <a:xfrm>
            <a:off x="1444300" y="5325436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79" name="Text Placeholder 16">
            <a:extLst>
              <a:ext uri="{FF2B5EF4-FFF2-40B4-BE49-F238E27FC236}">
                <a16:creationId xmlns:a16="http://schemas.microsoft.com/office/drawing/2014/main" id="{67ADF0FF-227E-394E-A4ED-CF59D3FAABA8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1444300" y="55342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81" name="Text Placeholder 14">
            <a:extLst>
              <a:ext uri="{FF2B5EF4-FFF2-40B4-BE49-F238E27FC236}">
                <a16:creationId xmlns:a16="http://schemas.microsoft.com/office/drawing/2014/main" id="{FB1FD42C-0916-1E49-911E-0C0C5FAEAF1E}"/>
              </a:ext>
            </a:extLst>
          </p:cNvPr>
          <p:cNvSpPr>
            <a:spLocks noGrp="1"/>
          </p:cNvSpPr>
          <p:nvPr>
            <p:ph type="body" sz="quarter" idx="156" hasCustomPrompt="1"/>
          </p:nvPr>
        </p:nvSpPr>
        <p:spPr>
          <a:xfrm>
            <a:off x="5266661" y="4733520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82" name="Text Placeholder 16">
            <a:extLst>
              <a:ext uri="{FF2B5EF4-FFF2-40B4-BE49-F238E27FC236}">
                <a16:creationId xmlns:a16="http://schemas.microsoft.com/office/drawing/2014/main" id="{45440EE5-1EF8-6044-B5B1-D18E5D6EC846}"/>
              </a:ext>
            </a:extLst>
          </p:cNvPr>
          <p:cNvSpPr>
            <a:spLocks noGrp="1"/>
          </p:cNvSpPr>
          <p:nvPr>
            <p:ph type="body" sz="quarter" idx="157" hasCustomPrompt="1"/>
          </p:nvPr>
        </p:nvSpPr>
        <p:spPr>
          <a:xfrm>
            <a:off x="5266661" y="50230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83" name="Text Placeholder 16">
            <a:extLst>
              <a:ext uri="{FF2B5EF4-FFF2-40B4-BE49-F238E27FC236}">
                <a16:creationId xmlns:a16="http://schemas.microsoft.com/office/drawing/2014/main" id="{24ED2F36-E1C2-6D4A-B5A4-2D45E85EB934}"/>
              </a:ext>
            </a:extLst>
          </p:cNvPr>
          <p:cNvSpPr>
            <a:spLocks noGrp="1"/>
          </p:cNvSpPr>
          <p:nvPr>
            <p:ph type="body" sz="quarter" idx="158" hasCustomPrompt="1"/>
          </p:nvPr>
        </p:nvSpPr>
        <p:spPr>
          <a:xfrm>
            <a:off x="5265936" y="5325436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84" name="Text Placeholder 16">
            <a:extLst>
              <a:ext uri="{FF2B5EF4-FFF2-40B4-BE49-F238E27FC236}">
                <a16:creationId xmlns:a16="http://schemas.microsoft.com/office/drawing/2014/main" id="{4BC5506A-A921-DC4B-9CD2-DDECD956C809}"/>
              </a:ext>
            </a:extLst>
          </p:cNvPr>
          <p:cNvSpPr>
            <a:spLocks noGrp="1"/>
          </p:cNvSpPr>
          <p:nvPr>
            <p:ph type="body" sz="quarter" idx="159" hasCustomPrompt="1"/>
          </p:nvPr>
        </p:nvSpPr>
        <p:spPr>
          <a:xfrm>
            <a:off x="5265936" y="5534236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186" name="Text Placeholder 14">
            <a:extLst>
              <a:ext uri="{FF2B5EF4-FFF2-40B4-BE49-F238E27FC236}">
                <a16:creationId xmlns:a16="http://schemas.microsoft.com/office/drawing/2014/main" id="{B1E4413A-65DD-7B40-8B35-48AE98358F78}"/>
              </a:ext>
            </a:extLst>
          </p:cNvPr>
          <p:cNvSpPr>
            <a:spLocks noGrp="1"/>
          </p:cNvSpPr>
          <p:nvPr>
            <p:ph type="body" sz="quarter" idx="161" hasCustomPrompt="1"/>
          </p:nvPr>
        </p:nvSpPr>
        <p:spPr>
          <a:xfrm>
            <a:off x="9088297" y="4733520"/>
            <a:ext cx="2381250" cy="20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8" indent="0">
              <a:buFontTx/>
              <a:buNone/>
              <a:defRPr sz="1150"/>
            </a:lvl2pPr>
            <a:lvl3pPr marL="271462" indent="0">
              <a:buFontTx/>
              <a:buNone/>
              <a:defRPr sz="1150"/>
            </a:lvl3pPr>
            <a:lvl4pPr marL="357187" indent="0">
              <a:buFontTx/>
              <a:buNone/>
              <a:defRPr sz="1150"/>
            </a:lvl4pPr>
            <a:lvl5pPr marL="538162" indent="0">
              <a:buFontTx/>
              <a:buNone/>
              <a:defRPr sz="1150"/>
            </a:lvl5pPr>
          </a:lstStyle>
          <a:p>
            <a:pPr lvl="0"/>
            <a:r>
              <a:rPr lang="en-US" dirty="0"/>
              <a:t>Name Surname</a:t>
            </a:r>
          </a:p>
        </p:txBody>
      </p:sp>
      <p:sp>
        <p:nvSpPr>
          <p:cNvPr id="187" name="Text Placeholder 16">
            <a:extLst>
              <a:ext uri="{FF2B5EF4-FFF2-40B4-BE49-F238E27FC236}">
                <a16:creationId xmlns:a16="http://schemas.microsoft.com/office/drawing/2014/main" id="{A8DDC4F3-26CF-6547-9CFC-D408700D68E1}"/>
              </a:ext>
            </a:extLst>
          </p:cNvPr>
          <p:cNvSpPr>
            <a:spLocks noGrp="1"/>
          </p:cNvSpPr>
          <p:nvPr>
            <p:ph type="body" sz="quarter" idx="162" hasCustomPrompt="1"/>
          </p:nvPr>
        </p:nvSpPr>
        <p:spPr>
          <a:xfrm>
            <a:off x="9088297" y="502303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6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Function/Role</a:t>
            </a:r>
          </a:p>
        </p:txBody>
      </p:sp>
      <p:sp>
        <p:nvSpPr>
          <p:cNvPr id="188" name="Text Placeholder 16">
            <a:extLst>
              <a:ext uri="{FF2B5EF4-FFF2-40B4-BE49-F238E27FC236}">
                <a16:creationId xmlns:a16="http://schemas.microsoft.com/office/drawing/2014/main" id="{339D6D0D-5678-8546-958C-806B1C8D6224}"/>
              </a:ext>
            </a:extLst>
          </p:cNvPr>
          <p:cNvSpPr>
            <a:spLocks noGrp="1"/>
          </p:cNvSpPr>
          <p:nvPr>
            <p:ph type="body" sz="quarter" idx="163" hasCustomPrompt="1"/>
          </p:nvPr>
        </p:nvSpPr>
        <p:spPr>
          <a:xfrm>
            <a:off x="9087572" y="5325430"/>
            <a:ext cx="2381250" cy="1579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/>
              <a:t>+44 234 234 2345</a:t>
            </a:r>
          </a:p>
        </p:txBody>
      </p:sp>
      <p:sp>
        <p:nvSpPr>
          <p:cNvPr id="189" name="Text Placeholder 16">
            <a:extLst>
              <a:ext uri="{FF2B5EF4-FFF2-40B4-BE49-F238E27FC236}">
                <a16:creationId xmlns:a16="http://schemas.microsoft.com/office/drawing/2014/main" id="{C4AB0DC4-FAB0-E242-AAE0-7B969BEDA6BA}"/>
              </a:ext>
            </a:extLst>
          </p:cNvPr>
          <p:cNvSpPr>
            <a:spLocks noGrp="1"/>
          </p:cNvSpPr>
          <p:nvPr>
            <p:ph type="body" sz="quarter" idx="164" hasCustomPrompt="1"/>
          </p:nvPr>
        </p:nvSpPr>
        <p:spPr>
          <a:xfrm>
            <a:off x="9087572" y="5534230"/>
            <a:ext cx="2381250" cy="1924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FontTx/>
              <a:buNone/>
              <a:defRPr sz="1200" i="0">
                <a:solidFill>
                  <a:schemeClr val="bg1"/>
                </a:solidFill>
              </a:defRPr>
            </a:lvl1pPr>
            <a:lvl2pPr marL="46038" indent="0">
              <a:buFontTx/>
              <a:buNone/>
              <a:defRPr/>
            </a:lvl2pPr>
            <a:lvl3pPr marL="271462" indent="0">
              <a:buFontTx/>
              <a:buNone/>
              <a:defRPr/>
            </a:lvl3pPr>
            <a:lvl4pPr marL="357187" indent="0">
              <a:buFontTx/>
              <a:buNone/>
              <a:defRPr/>
            </a:lvl4pPr>
            <a:lvl5pPr marL="538162" indent="0">
              <a:buFontTx/>
              <a:buNone/>
              <a:defRPr/>
            </a:lvl5pPr>
          </a:lstStyle>
          <a:p>
            <a:pPr lvl="0"/>
            <a:r>
              <a:rPr lang="en-US" dirty="0" err="1"/>
              <a:t>name.surname@crowe.cc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EECF4A3B-6B0C-AE45-A851-32F477C958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225" y="171312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4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Click icon to insert image </a:t>
            </a:r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8C720C99-D55F-D74C-AC20-B6E34EAEB888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4157861" y="1713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746C85B9-82AF-844A-B7B3-762552846D10}"/>
              </a:ext>
            </a:extLst>
          </p:cNvPr>
          <p:cNvSpPr>
            <a:spLocks noGrp="1"/>
          </p:cNvSpPr>
          <p:nvPr>
            <p:ph type="pic" sz="quarter" idx="140" hasCustomPrompt="1"/>
          </p:nvPr>
        </p:nvSpPr>
        <p:spPr>
          <a:xfrm>
            <a:off x="4157861" y="3225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A4633BB9-0D47-5241-B4C5-078C81C86DC5}"/>
              </a:ext>
            </a:extLst>
          </p:cNvPr>
          <p:cNvSpPr>
            <a:spLocks noGrp="1"/>
          </p:cNvSpPr>
          <p:nvPr>
            <p:ph type="pic" sz="quarter" idx="150" hasCustomPrompt="1"/>
          </p:nvPr>
        </p:nvSpPr>
        <p:spPr>
          <a:xfrm>
            <a:off x="335500" y="4735036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54B7DD3A-A49D-7140-8FEC-1ED48D000A02}"/>
              </a:ext>
            </a:extLst>
          </p:cNvPr>
          <p:cNvSpPr>
            <a:spLocks noGrp="1"/>
          </p:cNvSpPr>
          <p:nvPr>
            <p:ph type="pic" sz="quarter" idx="155" hasCustomPrompt="1"/>
          </p:nvPr>
        </p:nvSpPr>
        <p:spPr>
          <a:xfrm>
            <a:off x="4159425" y="47340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F9F764C1-73BA-1F42-A80E-10C127BA7F55}"/>
              </a:ext>
            </a:extLst>
          </p:cNvPr>
          <p:cNvSpPr>
            <a:spLocks noGrp="1"/>
          </p:cNvSpPr>
          <p:nvPr>
            <p:ph type="pic" sz="quarter" idx="167" hasCustomPrompt="1"/>
          </p:nvPr>
        </p:nvSpPr>
        <p:spPr>
          <a:xfrm>
            <a:off x="334964" y="3225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112D912C-2660-6A43-A4F3-A91A2867D60F}"/>
              </a:ext>
            </a:extLst>
          </p:cNvPr>
          <p:cNvSpPr>
            <a:spLocks noGrp="1"/>
          </p:cNvSpPr>
          <p:nvPr>
            <p:ph type="pic" sz="quarter" idx="168" hasCustomPrompt="1"/>
          </p:nvPr>
        </p:nvSpPr>
        <p:spPr>
          <a:xfrm>
            <a:off x="7977208" y="1713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5BC45942-5115-744D-A4CE-28FD88F14E57}"/>
              </a:ext>
            </a:extLst>
          </p:cNvPr>
          <p:cNvSpPr>
            <a:spLocks noGrp="1"/>
          </p:cNvSpPr>
          <p:nvPr>
            <p:ph type="pic" sz="quarter" idx="169" hasCustomPrompt="1"/>
          </p:nvPr>
        </p:nvSpPr>
        <p:spPr>
          <a:xfrm>
            <a:off x="7977208" y="32256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4949D5E1-40A6-904B-A41E-46968C42E571}"/>
              </a:ext>
            </a:extLst>
          </p:cNvPr>
          <p:cNvSpPr>
            <a:spLocks noGrp="1"/>
          </p:cNvSpPr>
          <p:nvPr>
            <p:ph type="pic" sz="quarter" idx="170" hasCustomPrompt="1"/>
          </p:nvPr>
        </p:nvSpPr>
        <p:spPr>
          <a:xfrm>
            <a:off x="7978772" y="4734000"/>
            <a:ext cx="972000" cy="115024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9000"/>
              </a:lnSpc>
              <a:spcBef>
                <a:spcPts val="3000"/>
              </a:spcBef>
              <a:buFontTx/>
              <a:buNone/>
              <a:defRPr sz="62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 </a:t>
            </a:r>
          </a:p>
        </p:txBody>
      </p:sp>
      <p:sp>
        <p:nvSpPr>
          <p:cNvPr id="62" name="Text Placeholder 15">
            <a:extLst>
              <a:ext uri="{FF2B5EF4-FFF2-40B4-BE49-F238E27FC236}">
                <a16:creationId xmlns:a16="http://schemas.microsoft.com/office/drawing/2014/main" id="{50B76263-3289-234E-88FC-F8EB27447B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086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F00E-44BC-4B4B-A391-44E303FA2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2738" y="1698625"/>
            <a:ext cx="11563350" cy="426720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one column slide</a:t>
            </a:r>
            <a:endParaRPr lang="en-GB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CB1A5BCF-6655-7E46-AEAF-936DE2AE15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7496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lide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F00E-44BC-4B4B-A391-44E303FA2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2738" y="1698625"/>
            <a:ext cx="11563350" cy="426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one column slide</a:t>
            </a:r>
            <a:endParaRPr lang="en-GB" dirty="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7C7D75E-13AB-2E40-93B4-B25944A138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455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F00E-44BC-4B4B-A391-44E303FA2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698625"/>
            <a:ext cx="5579699" cy="4267200"/>
          </a:xfrm>
        </p:spPr>
        <p:txBody>
          <a:bodyPr/>
          <a:lstStyle>
            <a:lvl1pPr>
              <a:buClr>
                <a:schemeClr val="tx2"/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C1DCE834-7D71-2F49-8C01-ADCD7A000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two column slide</a:t>
            </a:r>
            <a:endParaRPr lang="en-GB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1540BD4-514C-B740-A416-7D877EF066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96389" y="1698625"/>
            <a:ext cx="5579699" cy="4267200"/>
          </a:xfrm>
        </p:spPr>
        <p:txBody>
          <a:bodyPr/>
          <a:lstStyle>
            <a:lvl1pPr>
              <a:buClr>
                <a:schemeClr val="tx2"/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AFC865D-E8E5-994E-95B2-F2BC8BA171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510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F00E-44BC-4B4B-A391-44E303FA2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698625"/>
            <a:ext cx="5579699" cy="42672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C1DCE834-7D71-2F49-8C01-ADCD7A000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two column slide</a:t>
            </a:r>
            <a:endParaRPr lang="en-GB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1540BD4-514C-B740-A416-7D877EF066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96389" y="1698625"/>
            <a:ext cx="5579699" cy="42672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93ADC92-23E5-2F4C-9C12-79C96ABA88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0476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F00E-44BC-4B4B-A391-44E303FA2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5" y="1699200"/>
            <a:ext cx="3565442" cy="4267200"/>
          </a:xfrm>
        </p:spPr>
        <p:txBody>
          <a:bodyPr/>
          <a:lstStyle>
            <a:lvl1pPr>
              <a:buClr>
                <a:schemeClr val="tx2"/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C1DCE834-7D71-2F49-8C01-ADCD7A000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three column slide</a:t>
            </a:r>
            <a:endParaRPr lang="en-GB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8F61CF-0124-754D-B735-1B7FDAB55E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3666" y="1699200"/>
            <a:ext cx="3565442" cy="4267200"/>
          </a:xfrm>
        </p:spPr>
        <p:txBody>
          <a:bodyPr/>
          <a:lstStyle>
            <a:lvl1pPr>
              <a:buClr>
                <a:schemeClr val="tx2"/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74DCB9A-30DA-C74D-859A-604E3C1158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12319" y="1699200"/>
            <a:ext cx="3565442" cy="4267200"/>
          </a:xfrm>
        </p:spPr>
        <p:txBody>
          <a:bodyPr/>
          <a:lstStyle>
            <a:lvl1pPr>
              <a:buClr>
                <a:schemeClr val="tx2"/>
              </a:buClr>
              <a:defRPr sz="16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3979266-1BFA-1248-A674-84136AEAE3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012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F00E-44BC-4B4B-A391-44E303FA2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5" y="1699200"/>
            <a:ext cx="3565442" cy="4267200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C1DCE834-7D71-2F49-8C01-ADCD7A000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three column slide</a:t>
            </a:r>
            <a:endParaRPr lang="en-GB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8F61CF-0124-754D-B735-1B7FDAB55E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3666" y="1699200"/>
            <a:ext cx="3565442" cy="4267200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74DCB9A-30DA-C74D-859A-604E3C1158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12319" y="1699200"/>
            <a:ext cx="3565442" cy="4267200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FC514DE-59F5-B947-8590-F31FA2CBD6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39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– 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C1DCE834-7D71-2F49-8C01-ADCD7A000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image slide</a:t>
            </a:r>
            <a:endParaRPr lang="en-GB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03A8D7D-BD56-F941-89AA-9A3D86D81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2738" y="1502979"/>
            <a:ext cx="11563350" cy="4731199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ts val="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4FFE20F9-E500-024C-ABFA-76192F6615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5159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– 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03A8D7D-BD56-F941-89AA-9A3D86D81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41000"/>
              </a:lnSpc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D5D0EBE-9D69-DD48-9ADD-8F8023562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418" y="6399213"/>
            <a:ext cx="11212653" cy="45719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116FB93-45A1-8042-BC78-4B451E7B7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4277" y="6399213"/>
            <a:ext cx="316748" cy="292292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550" t="-16062" r="-197468" b="2782"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3342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+ Text Slide – 01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ACB9080-4764-D244-A14C-F296D6E2FB6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41000"/>
              </a:lnSpc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C1DCE834-7D71-2F49-8C01-ADCD7A000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5442018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42B35DD-9AAF-5848-A017-C70DE1C30D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2738" y="1698625"/>
            <a:ext cx="5464244" cy="426720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rgbClr val="4F4F4F"/>
                </a:solidFill>
              </a:defRPr>
            </a:lvl1pPr>
            <a:lvl2pPr>
              <a:buClr>
                <a:schemeClr val="tx2"/>
              </a:buClr>
              <a:defRPr>
                <a:solidFill>
                  <a:srgbClr val="4F4F4F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4F4F4F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4F4F4F"/>
                </a:solidFill>
              </a:defRPr>
            </a:lvl4pPr>
            <a:lvl5pPr>
              <a:buClr>
                <a:schemeClr val="tx2"/>
              </a:buClr>
              <a:defRPr>
                <a:solidFill>
                  <a:srgbClr val="4F4F4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7CB0E6-9DEE-DC41-ACAF-8D0B5BF6E8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1" t="35278" r="66367" b="31368"/>
          <a:stretch/>
        </p:blipFill>
        <p:spPr>
          <a:xfrm>
            <a:off x="241997" y="6387471"/>
            <a:ext cx="363216" cy="316859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B0A20F-BDCB-C340-A7D3-7EEC3615FC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862" y="6428653"/>
            <a:ext cx="5112000" cy="45719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64396" r="-111657" b="2"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AA772A86-715E-D245-AA83-04A661BC553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4419" y="6485820"/>
            <a:ext cx="5112563" cy="1627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9103AF02-1B87-C340-8AE5-432146D0D1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5452923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  <p:sp>
        <p:nvSpPr>
          <p:cNvPr id="16" name="Slide Number Placeholder 7">
            <a:extLst>
              <a:ext uri="{FF2B5EF4-FFF2-40B4-BE49-F238E27FC236}">
                <a16:creationId xmlns:a16="http://schemas.microsoft.com/office/drawing/2014/main" id="{EF2C1876-891E-5442-98F2-49B2C53E61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9661" y="6399892"/>
            <a:ext cx="626427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04397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+ Text Slide – 01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ACB9080-4764-D244-A14C-F296D6E2FB6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41000"/>
              </a:lnSpc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42B35DD-9AAF-5848-A017-C70DE1C30D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2738" y="1698625"/>
            <a:ext cx="5464244" cy="4267200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D52CC9-223F-9343-B4DD-0DF4065CE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1" t="35278" r="66367" b="31368"/>
          <a:stretch/>
        </p:blipFill>
        <p:spPr>
          <a:xfrm>
            <a:off x="241997" y="6387471"/>
            <a:ext cx="363216" cy="316859"/>
          </a:xfrm>
          <a:prstGeom prst="rect">
            <a:avLst/>
          </a:prstGeom>
        </p:spPr>
      </p:pic>
      <p:sp>
        <p:nvSpPr>
          <p:cNvPr id="14" name="Title 12">
            <a:extLst>
              <a:ext uri="{FF2B5EF4-FFF2-40B4-BE49-F238E27FC236}">
                <a16:creationId xmlns:a16="http://schemas.microsoft.com/office/drawing/2014/main" id="{2DB03CD4-E341-6048-9D1A-CBD4911AA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5442018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02D6F07-053F-494D-9C99-D6E548559D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862" y="6428653"/>
            <a:ext cx="5112000" cy="45719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64396" r="-111657" b="2"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3250FFAA-AAA1-FD4F-ACA5-007546915E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4419" y="6485820"/>
            <a:ext cx="5112563" cy="16278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B34B808-0E26-7649-B7D0-43CE438B29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5452923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FCDC5447-41B8-CA44-B42C-29657D8712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9661" y="6399892"/>
            <a:ext cx="626427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164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+ Text Slide – 02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ACB9080-4764-D244-A14C-F296D6E2FB6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4278" y="0"/>
            <a:ext cx="6096000" cy="6857999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41000"/>
              </a:lnSpc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C1DCE834-7D71-2F49-8C01-ADCD7A000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6277" y="465916"/>
            <a:ext cx="5442018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42B35DD-9AAF-5848-A017-C70DE1C30D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4051" y="1698625"/>
            <a:ext cx="5464244" cy="426720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rgbClr val="4F4F4F"/>
                </a:solidFill>
              </a:defRPr>
            </a:lvl1pPr>
            <a:lvl2pPr>
              <a:buClr>
                <a:schemeClr val="tx2"/>
              </a:buClr>
              <a:defRPr>
                <a:solidFill>
                  <a:srgbClr val="4F4F4F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4F4F4F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4F4F4F"/>
                </a:solidFill>
              </a:defRPr>
            </a:lvl4pPr>
            <a:lvl5pPr>
              <a:buClr>
                <a:schemeClr val="tx2"/>
              </a:buClr>
              <a:defRPr>
                <a:solidFill>
                  <a:srgbClr val="4F4F4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E202CBD2-6B08-5C42-BE9A-DF992DFB41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9661" y="6399892"/>
            <a:ext cx="62642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646467D-967C-CE44-9737-16D76E3ED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4277" y="6399213"/>
            <a:ext cx="316748" cy="29229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550" t="-16062" r="-197468" b="2782"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841237-3D31-7346-8D81-45FB5AE843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862" y="6428653"/>
            <a:ext cx="5112000" cy="45719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64396" r="-111657" b="2"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37B758A4-8203-8346-BF94-5A7EE434CC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4419" y="6485820"/>
            <a:ext cx="5112563" cy="16278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B6D75B8-2A4A-254E-99E8-A2D4AB92D3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5865" y="1009746"/>
            <a:ext cx="5452923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+ Text Slide – 02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ACB9080-4764-D244-A14C-F296D6E2FB6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4278" y="0"/>
            <a:ext cx="6096000" cy="6857999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41000"/>
              </a:lnSpc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42B35DD-9AAF-5848-A017-C70DE1C30D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4051" y="1698625"/>
            <a:ext cx="5464244" cy="4267200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803F035E-C089-8A43-84B6-8A156D6FFA1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9661" y="6399892"/>
            <a:ext cx="62642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D930DC23-53D8-F04F-8004-220361F30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6277" y="465916"/>
            <a:ext cx="5442018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CDB3AB6-8041-3140-B881-12FB266357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4277" y="6399213"/>
            <a:ext cx="316748" cy="29229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550" t="-16062" r="-197468" b="2782"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1C7A6D5-DF05-2647-945F-1F4CA5A9C6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1862" y="6428653"/>
            <a:ext cx="5112000" cy="45719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64396" r="-111657" b="2"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561EE091-DE42-644C-8421-6270B8381F3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4419" y="6485820"/>
            <a:ext cx="5112563" cy="16278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DDC21F4-C21B-1341-934C-E0B95AF44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5865" y="1009746"/>
            <a:ext cx="5452923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026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– 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table slide</a:t>
            </a:r>
            <a:endParaRPr lang="en-GB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9BF9593E-2153-304C-BCB7-51ECD2B3032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12738" y="1698625"/>
            <a:ext cx="11563350" cy="4267200"/>
          </a:xfrm>
          <a:noFill/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D33903E6-1276-0048-ABE1-08A771CC97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8018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– 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table slide</a:t>
            </a:r>
            <a:endParaRPr lang="en-GB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9BF9593E-2153-304C-BCB7-51ECD2B3032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12738" y="1698625"/>
            <a:ext cx="5576219" cy="4267200"/>
          </a:xfrm>
          <a:noFill/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DF6B2673-9617-7D4A-98B3-14055902BE4A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>
          <a:xfrm>
            <a:off x="6299869" y="1698625"/>
            <a:ext cx="5576219" cy="4267200"/>
          </a:xfrm>
          <a:noFill/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577DC22-7E73-9B45-ABDB-2D223AF33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9196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+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table slide</a:t>
            </a:r>
            <a:endParaRPr lang="en-GB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9BF9593E-2153-304C-BCB7-51ECD2B3032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12738" y="1698625"/>
            <a:ext cx="6396393" cy="4267200"/>
          </a:xfrm>
          <a:noFill/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37DE943-DAA5-A74D-A51A-991D7FBCA8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36525" y="2093206"/>
            <a:ext cx="4739564" cy="3872620"/>
          </a:xfrm>
        </p:spPr>
        <p:txBody>
          <a:bodyPr/>
          <a:lstStyle>
            <a:lvl1pPr>
              <a:buClr>
                <a:schemeClr val="tx2"/>
              </a:buClr>
              <a:defRPr>
                <a:solidFill>
                  <a:srgbClr val="4F4F4F"/>
                </a:solidFill>
              </a:defRPr>
            </a:lvl1pPr>
            <a:lvl2pPr>
              <a:buClr>
                <a:schemeClr val="tx2"/>
              </a:buClr>
              <a:defRPr>
                <a:solidFill>
                  <a:srgbClr val="4F4F4F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4F4F4F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4F4F4F"/>
                </a:solidFill>
              </a:defRPr>
            </a:lvl4pPr>
            <a:lvl5pPr>
              <a:buClr>
                <a:schemeClr val="tx2"/>
              </a:buClr>
              <a:defRPr>
                <a:solidFill>
                  <a:srgbClr val="4F4F4F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3AEE964-9444-0745-B4C8-8253BBB01B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6525" y="1707669"/>
            <a:ext cx="4739563" cy="224249"/>
          </a:xfrm>
        </p:spPr>
        <p:txBody>
          <a:bodyPr/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157618C-E422-1146-8174-15DFFC94B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99960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BAC5-71C8-DC44-934F-5FF5BBFC8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0996" y="1580886"/>
            <a:ext cx="6674595" cy="2773775"/>
          </a:xfrm>
        </p:spPr>
        <p:txBody>
          <a:bodyPr/>
          <a:lstStyle>
            <a:lvl1pPr>
              <a:lnSpc>
                <a:spcPct val="100000"/>
              </a:lnSpc>
              <a:defRPr sz="3000" b="1" i="0">
                <a:solidFill>
                  <a:srgbClr val="011E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, non </a:t>
            </a:r>
            <a:r>
              <a:rPr lang="en-US" dirty="0" err="1"/>
              <a:t>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</a:t>
            </a:r>
            <a:r>
              <a:rPr lang="en-US" dirty="0" err="1"/>
              <a:t>sed</a:t>
            </a:r>
            <a:r>
              <a:rPr lang="en-US" dirty="0"/>
              <a:t> am non </a:t>
            </a:r>
            <a:r>
              <a:rPr lang="en-US" dirty="0" err="1"/>
              <a:t>umy</a:t>
            </a:r>
            <a:r>
              <a:rPr lang="en-US" dirty="0"/>
              <a:t> </a:t>
            </a:r>
            <a:r>
              <a:rPr lang="en-US" dirty="0" err="1"/>
              <a:t>eurmod</a:t>
            </a:r>
            <a:r>
              <a:rPr lang="en-US" dirty="0"/>
              <a:t> rana </a:t>
            </a:r>
            <a:r>
              <a:rPr lang="en-US" dirty="0" err="1"/>
              <a:t>dixit</a:t>
            </a:r>
            <a:r>
              <a:rPr lang="en-US" dirty="0"/>
              <a:t> a folio et. Duis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iusto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12FEC83-040A-BE40-8E16-4FD9348231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74240" y="4375927"/>
            <a:ext cx="494555" cy="483640"/>
          </a:xfrm>
        </p:spPr>
        <p:txBody>
          <a:bodyPr/>
          <a:lstStyle>
            <a:lvl1pPr>
              <a:lnSpc>
                <a:spcPts val="7500"/>
              </a:lnSpc>
              <a:spcBef>
                <a:spcPts val="0"/>
              </a:spcBef>
              <a:defRPr sz="7500" b="1" i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”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9BE65-E3B0-DC46-B252-1E1B886734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8038" y="4550094"/>
            <a:ext cx="3322636" cy="181166"/>
          </a:xfrm>
        </p:spPr>
        <p:txBody>
          <a:bodyPr/>
          <a:lstStyle>
            <a:lvl1pPr>
              <a:lnSpc>
                <a:spcPct val="100000"/>
              </a:lnSpc>
              <a:defRPr sz="1200" b="1" i="0">
                <a:solidFill>
                  <a:srgbClr val="011E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John Smith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9778293-2781-4449-9B75-8430EA2C29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1710" y="1003843"/>
            <a:ext cx="610862" cy="547200"/>
          </a:xfrm>
        </p:spPr>
        <p:txBody>
          <a:bodyPr/>
          <a:lstStyle>
            <a:lvl1pPr>
              <a:lnSpc>
                <a:spcPts val="10000"/>
              </a:lnSpc>
              <a:spcBef>
                <a:spcPts val="0"/>
              </a:spcBef>
              <a:defRPr sz="9600" b="1" i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“</a:t>
            </a:r>
            <a:endParaRPr lang="en-GB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C404BA2-17D4-3C46-AFEC-2EE043AE45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2738" y="4763874"/>
            <a:ext cx="3322636" cy="356390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solidFill>
                  <a:srgbClr val="011E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Role                                                                Firm name</a:t>
            </a:r>
            <a:endParaRPr lang="en-GB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91B62B75-D206-D842-BB61-424CF49CA9C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14027" y="1120301"/>
            <a:ext cx="4562061" cy="5299363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33000"/>
              </a:lnSpc>
              <a:spcBef>
                <a:spcPts val="0"/>
              </a:spcBef>
              <a:buFontTx/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815736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 –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ue and yellow gradient&#10;&#10;Description automatically generated">
            <a:extLst>
              <a:ext uri="{FF2B5EF4-FFF2-40B4-BE49-F238E27FC236}">
                <a16:creationId xmlns:a16="http://schemas.microsoft.com/office/drawing/2014/main" id="{73D833AF-E16B-FF46-BEE4-81C209AD52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A72D792-CF0D-A54B-BBCF-39B4D3D64A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14027" y="1120301"/>
            <a:ext cx="4562061" cy="5299363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ts val="33000"/>
              </a:lnSpc>
              <a:spcBef>
                <a:spcPts val="0"/>
              </a:spcBef>
              <a:buFontTx/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CF512020-B55F-0540-9574-D992617EE8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0996" y="1580886"/>
            <a:ext cx="6674595" cy="2773775"/>
          </a:xfrm>
        </p:spPr>
        <p:txBody>
          <a:bodyPr/>
          <a:lstStyle>
            <a:lvl1pPr>
              <a:lnSpc>
                <a:spcPct val="100000"/>
              </a:lnSpc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, non </a:t>
            </a:r>
            <a:r>
              <a:rPr lang="en-US" dirty="0" err="1"/>
              <a:t>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</a:t>
            </a:r>
            <a:r>
              <a:rPr lang="en-US" dirty="0" err="1"/>
              <a:t>sed</a:t>
            </a:r>
            <a:r>
              <a:rPr lang="en-US" dirty="0"/>
              <a:t> am non </a:t>
            </a:r>
            <a:r>
              <a:rPr lang="en-US" dirty="0" err="1"/>
              <a:t>umy</a:t>
            </a:r>
            <a:r>
              <a:rPr lang="en-US" dirty="0"/>
              <a:t> </a:t>
            </a:r>
            <a:r>
              <a:rPr lang="en-US" dirty="0" err="1"/>
              <a:t>eurmod</a:t>
            </a:r>
            <a:r>
              <a:rPr lang="en-US" dirty="0"/>
              <a:t> rana </a:t>
            </a:r>
            <a:r>
              <a:rPr lang="en-US" dirty="0" err="1"/>
              <a:t>dixit</a:t>
            </a:r>
            <a:r>
              <a:rPr lang="en-US" dirty="0"/>
              <a:t> a folio et. Duis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iusto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7C8F59B-1A8E-0548-BD46-FFECE8F78C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74240" y="4375927"/>
            <a:ext cx="494555" cy="483640"/>
          </a:xfrm>
        </p:spPr>
        <p:txBody>
          <a:bodyPr/>
          <a:lstStyle>
            <a:lvl1pPr>
              <a:lnSpc>
                <a:spcPts val="7500"/>
              </a:lnSpc>
              <a:spcBef>
                <a:spcPts val="0"/>
              </a:spcBef>
              <a:defRPr sz="7500" b="1" i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”</a:t>
            </a:r>
            <a:endParaRPr lang="en-GB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E016347-222D-4747-8787-5B3EB4E5CD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8038" y="4550094"/>
            <a:ext cx="3322636" cy="181166"/>
          </a:xfrm>
        </p:spPr>
        <p:txBody>
          <a:bodyPr/>
          <a:lstStyle>
            <a:lvl1pPr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John Smith</a:t>
            </a:r>
            <a:endParaRPr lang="en-GB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3780AE2-A39B-3949-BDBD-F65343F85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1710" y="1003843"/>
            <a:ext cx="610862" cy="547200"/>
          </a:xfrm>
        </p:spPr>
        <p:txBody>
          <a:bodyPr/>
          <a:lstStyle>
            <a:lvl1pPr>
              <a:lnSpc>
                <a:spcPts val="10000"/>
              </a:lnSpc>
              <a:spcBef>
                <a:spcPts val="0"/>
              </a:spcBef>
              <a:defRPr sz="9600" b="1" i="0">
                <a:ln>
                  <a:solidFill>
                    <a:schemeClr val="accent1"/>
                  </a:solidFill>
                </a:ln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“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40BEC8-CEFF-CE4E-B6D6-FE658D53A9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2738" y="4763874"/>
            <a:ext cx="3322636" cy="356390"/>
          </a:xfrm>
        </p:spPr>
        <p:txBody>
          <a:bodyPr/>
          <a:lstStyle>
            <a:lvl1pPr>
              <a:lnSpc>
                <a:spcPct val="100000"/>
              </a:lnSpc>
              <a:defRPr sz="12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Role                                                                Firm name</a:t>
            </a:r>
            <a:endParaRPr lang="en-GB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2D903336-6BFA-D44A-96A6-551ACE174C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4277" y="6399213"/>
            <a:ext cx="316748" cy="292292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550" t="-16062" r="-197468" b="2782"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6FC297-CA08-DD4B-AD1D-041CEC6179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418" y="6399213"/>
            <a:ext cx="11212653" cy="45719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692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statistics slide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37DE943-DAA5-A74D-A51A-991D7FBCA8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976" y="4285581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3AEE964-9444-0745-B4C8-8253BBB01B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9975" y="3893178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1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DAA1786-A94A-B140-A083-8565C574790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0279" y="4285581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0C8DE2E7-71B6-CB49-9073-718257E999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0278" y="3893178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2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F307A001-C660-F14B-8ADA-3CEB49D248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49948" y="4274430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0E513A31-4C02-9F49-81C2-5A36E4330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9947" y="3882027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3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38DDBA9-4234-6743-8322-9BB0D018D4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77948" y="4274430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8C3662E7-EAAA-0548-AD40-751E3D3FEE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7947" y="3882027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4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21CC94F3-6568-AD45-9F9C-D41BBFEE9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7428" y="2340510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80%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A68EA9C-36E9-614F-B14A-81ECE0538B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47731" y="2340510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50%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94EEC3E7-0C30-D44F-89B7-3376A5EA2D1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7400" y="2329359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75%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4A0A49E-6D8E-D240-A68F-51854E108D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65400" y="2329359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8540047-33E6-B448-A420-4947204FB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69137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Slide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statistics slide</a:t>
            </a:r>
            <a:endParaRPr lang="en-GB" dirty="0"/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E6A1F0BB-6443-6F4B-98F9-331F41BF89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976" y="4285581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FDCE9EA-6E1B-7F4F-9F07-2763754AB0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9975" y="3893178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1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F5E59113-2E76-9448-B1B8-1AD604B5CB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7428" y="2340510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80%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2D42B871-68FD-784D-A050-CC01F8B641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0279" y="4285581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17A313A0-0750-6742-9371-F0213FAF90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0278" y="3893178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2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4F151D78-16F9-564A-9CA8-0E2A87798F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47731" y="2340510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50%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9F1EFEB2-A336-464E-BF39-B312235F67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49948" y="4274430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7D1E7CB1-D7BC-094C-B61A-EF5D4DB799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9947" y="3882027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3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950F1124-7165-FF4A-B9A6-F683407BD6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7400" y="2329359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75%</a:t>
            </a: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E4D0C913-68CF-3D45-B41E-CFE5447D1AD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77948" y="4274430"/>
            <a:ext cx="2174699" cy="1680244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E5E253F1-1760-934F-930C-5DBD31F3A7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7947" y="3882027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Range 4</a:t>
            </a:r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FEFB1AA8-0FA8-6B4D-B287-059668935E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65400" y="2329359"/>
            <a:ext cx="1292087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5065D80-8FC3-8348-B630-410DD2D1A7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0928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 Slide 01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3E595F19-5413-B845-A81F-167CA7A99B39}"/>
              </a:ext>
            </a:extLst>
          </p:cNvPr>
          <p:cNvSpPr/>
          <p:nvPr userDrawn="1"/>
        </p:nvSpPr>
        <p:spPr>
          <a:xfrm>
            <a:off x="9800574" y="1989691"/>
            <a:ext cx="1087485" cy="10874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625AD2-4D8D-094B-A6D5-F6FF4AABCED7}"/>
              </a:ext>
            </a:extLst>
          </p:cNvPr>
          <p:cNvSpPr/>
          <p:nvPr userDrawn="1"/>
        </p:nvSpPr>
        <p:spPr>
          <a:xfrm>
            <a:off x="6993815" y="1990800"/>
            <a:ext cx="1087485" cy="1087485"/>
          </a:xfrm>
          <a:prstGeom prst="ellipse">
            <a:avLst/>
          </a:prstGeom>
          <a:solidFill>
            <a:srgbClr val="011E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D4602EE-CFE4-474B-9C2C-9F21F1AD4679}"/>
              </a:ext>
            </a:extLst>
          </p:cNvPr>
          <p:cNvSpPr/>
          <p:nvPr userDrawn="1"/>
        </p:nvSpPr>
        <p:spPr>
          <a:xfrm>
            <a:off x="4098159" y="1990800"/>
            <a:ext cx="1087485" cy="10874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E35E94-B86C-F54B-9037-B21F82D63281}"/>
              </a:ext>
            </a:extLst>
          </p:cNvPr>
          <p:cNvSpPr/>
          <p:nvPr userDrawn="1"/>
        </p:nvSpPr>
        <p:spPr>
          <a:xfrm>
            <a:off x="1224945" y="1990800"/>
            <a:ext cx="1087485" cy="1087485"/>
          </a:xfrm>
          <a:prstGeom prst="ellipse">
            <a:avLst/>
          </a:prstGeom>
          <a:solidFill>
            <a:srgbClr val="011E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steps slide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37DE943-DAA5-A74D-A51A-991D7FBCA8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976" y="3865838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4F4F4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3AEE964-9444-0745-B4C8-8253BBB01B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9975" y="3473436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DAA1786-A94A-B140-A083-8565C574790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0279" y="3865838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4F4F4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0C8DE2E7-71B6-CB49-9073-718257E999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0278" y="3473436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F307A001-C660-F14B-8ADA-3CEB49D248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49948" y="3854687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4F4F4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0E513A31-4C02-9F49-81C2-5A36E4330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9947" y="3462285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38DDBA9-4234-6743-8322-9BB0D018D4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77948" y="3854687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4F4F4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8C3662E7-EAAA-0548-AD40-751E3D3FEE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7947" y="3462285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3D4CC14-6F3D-7441-9D9F-3469D8015B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4945" y="2327310"/>
            <a:ext cx="1087485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21B1F36-F561-1E43-908F-6BEBBA7F3A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98159" y="2327310"/>
            <a:ext cx="1087486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3600937E-E370-2946-8E18-CD0103D9AB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93815" y="2327310"/>
            <a:ext cx="1087485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13160AC-911B-C34E-B3C0-DE8E143856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02035" y="2327310"/>
            <a:ext cx="1119356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84DCEF9-155A-8240-994A-AA2FE6275B5B}"/>
              </a:ext>
            </a:extLst>
          </p:cNvPr>
          <p:cNvSpPr/>
          <p:nvPr userDrawn="1"/>
        </p:nvSpPr>
        <p:spPr>
          <a:xfrm>
            <a:off x="1130139" y="1893600"/>
            <a:ext cx="1277096" cy="1277096"/>
          </a:xfrm>
          <a:prstGeom prst="ellipse">
            <a:avLst/>
          </a:prstGeom>
          <a:noFill/>
          <a:ln>
            <a:solidFill>
              <a:srgbClr val="011E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058094B-D204-FB4E-8113-3E4E200260C7}"/>
              </a:ext>
            </a:extLst>
          </p:cNvPr>
          <p:cNvSpPr/>
          <p:nvPr userDrawn="1"/>
        </p:nvSpPr>
        <p:spPr>
          <a:xfrm>
            <a:off x="4003200" y="1893600"/>
            <a:ext cx="1277096" cy="127709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666A12-1672-F643-80A6-7C8C725D6010}"/>
              </a:ext>
            </a:extLst>
          </p:cNvPr>
          <p:cNvSpPr/>
          <p:nvPr userDrawn="1"/>
        </p:nvSpPr>
        <p:spPr>
          <a:xfrm>
            <a:off x="6895835" y="1894885"/>
            <a:ext cx="1277096" cy="1277096"/>
          </a:xfrm>
          <a:prstGeom prst="ellipse">
            <a:avLst/>
          </a:prstGeom>
          <a:noFill/>
          <a:ln>
            <a:solidFill>
              <a:srgbClr val="011E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1F6DF1B-F17A-3E4C-96BC-223CC06A2EC9}"/>
              </a:ext>
            </a:extLst>
          </p:cNvPr>
          <p:cNvSpPr/>
          <p:nvPr userDrawn="1"/>
        </p:nvSpPr>
        <p:spPr>
          <a:xfrm>
            <a:off x="9705768" y="1894885"/>
            <a:ext cx="1277096" cy="127709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A08F1D6E-10C2-5F40-BD86-375AE71B96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94654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 Slide 01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D98BDC8D-FAA8-E149-A833-CE99D33441BF}"/>
              </a:ext>
            </a:extLst>
          </p:cNvPr>
          <p:cNvSpPr/>
          <p:nvPr userDrawn="1"/>
        </p:nvSpPr>
        <p:spPr>
          <a:xfrm>
            <a:off x="9800574" y="1989691"/>
            <a:ext cx="1087485" cy="10874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41EDAA-77DF-494B-9181-D9CCD80ABF84}"/>
              </a:ext>
            </a:extLst>
          </p:cNvPr>
          <p:cNvSpPr/>
          <p:nvPr userDrawn="1"/>
        </p:nvSpPr>
        <p:spPr>
          <a:xfrm>
            <a:off x="9705768" y="1894885"/>
            <a:ext cx="1277096" cy="127709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625AD2-4D8D-094B-A6D5-F6FF4AABCED7}"/>
              </a:ext>
            </a:extLst>
          </p:cNvPr>
          <p:cNvSpPr/>
          <p:nvPr userDrawn="1"/>
        </p:nvSpPr>
        <p:spPr>
          <a:xfrm>
            <a:off x="6993815" y="1990800"/>
            <a:ext cx="1087485" cy="1087485"/>
          </a:xfrm>
          <a:prstGeom prst="ellipse">
            <a:avLst/>
          </a:prstGeom>
          <a:solidFill>
            <a:srgbClr val="035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D4602EE-CFE4-474B-9C2C-9F21F1AD4679}"/>
              </a:ext>
            </a:extLst>
          </p:cNvPr>
          <p:cNvSpPr/>
          <p:nvPr userDrawn="1"/>
        </p:nvSpPr>
        <p:spPr>
          <a:xfrm>
            <a:off x="4098159" y="1990800"/>
            <a:ext cx="1087485" cy="10874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CE35E94-B86C-F54B-9037-B21F82D63281}"/>
              </a:ext>
            </a:extLst>
          </p:cNvPr>
          <p:cNvSpPr/>
          <p:nvPr userDrawn="1"/>
        </p:nvSpPr>
        <p:spPr>
          <a:xfrm>
            <a:off x="1224945" y="1990800"/>
            <a:ext cx="1087485" cy="1087485"/>
          </a:xfrm>
          <a:prstGeom prst="ellipse">
            <a:avLst/>
          </a:prstGeom>
          <a:solidFill>
            <a:srgbClr val="035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steps slide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37DE943-DAA5-A74D-A51A-991D7FBCA8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9976" y="3865838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3AEE964-9444-0745-B4C8-8253BBB01B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9975" y="3473436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DAA1786-A94A-B140-A083-8565C574790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0279" y="3865838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0C8DE2E7-71B6-CB49-9073-718257E999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0278" y="3473436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F307A001-C660-F14B-8ADA-3CEB49D248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49948" y="3854687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0E513A31-4C02-9F49-81C2-5A36E4330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9947" y="3462285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38DDBA9-4234-6743-8322-9BB0D018D4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77948" y="3854687"/>
            <a:ext cx="2174699" cy="2111137"/>
          </a:xfrm>
        </p:spPr>
        <p:txBody>
          <a:bodyPr/>
          <a:lstStyle>
            <a:lvl1pPr algn="l">
              <a:buClr>
                <a:schemeClr val="tx1"/>
              </a:buClr>
              <a:defRPr sz="14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8C3662E7-EAAA-0548-AD40-751E3D3FEE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7947" y="3462285"/>
            <a:ext cx="2174699" cy="260880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2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sit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3D4CC14-6F3D-7441-9D9F-3469D8015B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4945" y="2327310"/>
            <a:ext cx="1087485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21B1F36-F561-1E43-908F-6BEBBA7F3A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98159" y="2327310"/>
            <a:ext cx="1087486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3600937E-E370-2946-8E18-CD0103D9ABF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93815" y="2327310"/>
            <a:ext cx="1087485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13160AC-911B-C34E-B3C0-DE8E143856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02035" y="2327310"/>
            <a:ext cx="1119356" cy="366311"/>
          </a:xfrm>
        </p:spPr>
        <p:txBody>
          <a:bodyPr/>
          <a:lstStyle>
            <a:lvl1pPr marL="0" indent="0" algn="ctr">
              <a:lnSpc>
                <a:spcPts val="3500"/>
              </a:lnSpc>
              <a:spcBef>
                <a:spcPts val="0"/>
              </a:spcBef>
              <a:buNone/>
              <a:defRPr sz="3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84DCEF9-155A-8240-994A-AA2FE6275B5B}"/>
              </a:ext>
            </a:extLst>
          </p:cNvPr>
          <p:cNvSpPr/>
          <p:nvPr userDrawn="1"/>
        </p:nvSpPr>
        <p:spPr>
          <a:xfrm>
            <a:off x="1130139" y="1893600"/>
            <a:ext cx="1277096" cy="1277096"/>
          </a:xfrm>
          <a:prstGeom prst="ellipse">
            <a:avLst/>
          </a:prstGeom>
          <a:noFill/>
          <a:ln>
            <a:solidFill>
              <a:srgbClr val="035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058094B-D204-FB4E-8113-3E4E200260C7}"/>
              </a:ext>
            </a:extLst>
          </p:cNvPr>
          <p:cNvSpPr/>
          <p:nvPr userDrawn="1"/>
        </p:nvSpPr>
        <p:spPr>
          <a:xfrm>
            <a:off x="4003200" y="1893600"/>
            <a:ext cx="1277096" cy="127709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3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666A12-1672-F643-80A6-7C8C725D6010}"/>
              </a:ext>
            </a:extLst>
          </p:cNvPr>
          <p:cNvSpPr/>
          <p:nvPr userDrawn="1"/>
        </p:nvSpPr>
        <p:spPr>
          <a:xfrm>
            <a:off x="6895835" y="1894885"/>
            <a:ext cx="1277096" cy="1277096"/>
          </a:xfrm>
          <a:prstGeom prst="ellipse">
            <a:avLst/>
          </a:prstGeom>
          <a:noFill/>
          <a:ln>
            <a:solidFill>
              <a:srgbClr val="035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FA3200C8-25A0-1141-8B24-33007CE8FE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3697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 Slide 02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steps slide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37DE943-DAA5-A74D-A51A-991D7FBCA8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3830" y="3082360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2D6560-0DF0-E541-BDBE-A7AAAE204FF9}"/>
              </a:ext>
            </a:extLst>
          </p:cNvPr>
          <p:cNvSpPr/>
          <p:nvPr userDrawn="1"/>
        </p:nvSpPr>
        <p:spPr>
          <a:xfrm>
            <a:off x="1886980" y="1667560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558F303-07F3-DF45-A75C-7ED2EDF7AB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6839" y="3082486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901A008-BBC0-8B4C-BA65-0ACD42EF82C5}"/>
              </a:ext>
            </a:extLst>
          </p:cNvPr>
          <p:cNvSpPr/>
          <p:nvPr userDrawn="1"/>
        </p:nvSpPr>
        <p:spPr>
          <a:xfrm>
            <a:off x="5348972" y="1666517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93C9BDB-0C41-1C43-BBE9-F4F5668182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3672" y="3082486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1624680-9CC1-D644-8526-9359FF04D914}"/>
              </a:ext>
            </a:extLst>
          </p:cNvPr>
          <p:cNvSpPr/>
          <p:nvPr userDrawn="1"/>
        </p:nvSpPr>
        <p:spPr>
          <a:xfrm>
            <a:off x="9035805" y="1666517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65257D0-EF32-4347-B03F-F8B5C3D555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43830" y="5405111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23583C9-51B4-3344-BFC1-6A9635BA36D7}"/>
              </a:ext>
            </a:extLst>
          </p:cNvPr>
          <p:cNvSpPr/>
          <p:nvPr userDrawn="1"/>
        </p:nvSpPr>
        <p:spPr>
          <a:xfrm>
            <a:off x="1886980" y="3990311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8268E80D-75E7-534D-BC3D-A19182A168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6839" y="5405237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D424C27-1616-3240-AB98-E0A56C5B6830}"/>
              </a:ext>
            </a:extLst>
          </p:cNvPr>
          <p:cNvSpPr/>
          <p:nvPr userDrawn="1"/>
        </p:nvSpPr>
        <p:spPr>
          <a:xfrm>
            <a:off x="5348972" y="3989268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035E9F08-CFD5-6A4A-99AC-CE94AC17EC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93672" y="5405237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A9A230B-8101-A944-A3FE-4279165EF81E}"/>
              </a:ext>
            </a:extLst>
          </p:cNvPr>
          <p:cNvSpPr/>
          <p:nvPr userDrawn="1"/>
        </p:nvSpPr>
        <p:spPr>
          <a:xfrm>
            <a:off x="9035805" y="3989268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FBF16FD-602B-8E4B-8372-409C48CB97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5367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 Slide 02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steps slide</a:t>
            </a:r>
            <a:endParaRPr lang="en-GB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5C38AB-AE64-E24A-8797-FB3432D5E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43830" y="3082360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EFA5E5-1A37-6D4E-B9AF-581C3319CED2}"/>
              </a:ext>
            </a:extLst>
          </p:cNvPr>
          <p:cNvSpPr/>
          <p:nvPr userDrawn="1"/>
        </p:nvSpPr>
        <p:spPr>
          <a:xfrm>
            <a:off x="1886980" y="1667560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05BD4AF1-7EB1-6F42-A855-4EDF35F556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6839" y="3082486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2D953E-FC6E-3747-9976-F14DF19EAFBD}"/>
              </a:ext>
            </a:extLst>
          </p:cNvPr>
          <p:cNvSpPr/>
          <p:nvPr userDrawn="1"/>
        </p:nvSpPr>
        <p:spPr>
          <a:xfrm>
            <a:off x="5348972" y="1666517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118122D-276E-C848-A3F8-C11557B33D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93672" y="3082486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2442AE9-7490-1F44-B20C-21FD2AC2AEC5}"/>
              </a:ext>
            </a:extLst>
          </p:cNvPr>
          <p:cNvSpPr/>
          <p:nvPr userDrawn="1"/>
        </p:nvSpPr>
        <p:spPr>
          <a:xfrm>
            <a:off x="9035805" y="1666517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8ED0D7-DF22-864A-81E7-82DB17010A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43830" y="5405111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50D430-D776-054B-9E22-BA0C382B2EA5}"/>
              </a:ext>
            </a:extLst>
          </p:cNvPr>
          <p:cNvSpPr/>
          <p:nvPr userDrawn="1"/>
        </p:nvSpPr>
        <p:spPr>
          <a:xfrm>
            <a:off x="1886980" y="3990311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DCDDC8EC-191A-7648-B995-95BC275851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6839" y="5405237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BB9FDA-339A-064F-B7A4-2C5A37B6BF56}"/>
              </a:ext>
            </a:extLst>
          </p:cNvPr>
          <p:cNvSpPr/>
          <p:nvPr userDrawn="1"/>
        </p:nvSpPr>
        <p:spPr>
          <a:xfrm>
            <a:off x="5348972" y="3989268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F25EAAD4-1E32-9F4C-B1B0-28ADD14A2D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93672" y="5405237"/>
            <a:ext cx="2361363" cy="555080"/>
          </a:xfrm>
        </p:spPr>
        <p:txBody>
          <a:bodyPr/>
          <a:lstStyle>
            <a:lvl1pPr algn="ctr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EC5CAF-5E22-144C-A8E2-8685D51EF443}"/>
              </a:ext>
            </a:extLst>
          </p:cNvPr>
          <p:cNvSpPr/>
          <p:nvPr userDrawn="1"/>
        </p:nvSpPr>
        <p:spPr>
          <a:xfrm>
            <a:off x="9035805" y="3989268"/>
            <a:ext cx="1277096" cy="1277096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D644EA8F-5E5F-9D44-9D4B-2493B8912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596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number slide</a:t>
            </a:r>
            <a:endParaRPr lang="en-GB" dirty="0"/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65257D0-EF32-4347-B03F-F8B5C3D555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0EFC739-5FE8-C840-8322-A8A4B984E3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523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B53B269-837C-2540-83F9-446C4C4820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525" y="2712322"/>
            <a:ext cx="1569298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150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E5EA9F-2586-7F46-AF4C-661FFF6251E7}"/>
              </a:ext>
            </a:extLst>
          </p:cNvPr>
          <p:cNvCxnSpPr>
            <a:cxnSpLocks/>
          </p:cNvCxnSpPr>
          <p:nvPr userDrawn="1"/>
        </p:nvCxnSpPr>
        <p:spPr>
          <a:xfrm>
            <a:off x="312738" y="3706371"/>
            <a:ext cx="238358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DB9BA3C-6040-F842-8A3E-3BA9105193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04151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940491F-400D-B84E-9DC9-D31CF58BB1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7710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BED81315-D569-BE4E-95C3-4373F07CC0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7712" y="2712322"/>
            <a:ext cx="1569298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798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7D5B4A6-38EE-294B-863C-ED3C4F8AF9B7}"/>
              </a:ext>
            </a:extLst>
          </p:cNvPr>
          <p:cNvCxnSpPr>
            <a:cxnSpLocks/>
          </p:cNvCxnSpPr>
          <p:nvPr userDrawn="1"/>
        </p:nvCxnSpPr>
        <p:spPr>
          <a:xfrm>
            <a:off x="3181925" y="3706371"/>
            <a:ext cx="238358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AB40760D-AFEA-6E4C-AE59-D5A8B3AC95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71757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46E719E7-692E-984E-BE62-559AB8C401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75316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87173132-A837-CF4E-82DE-F6A7D0DF099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75318" y="2712322"/>
            <a:ext cx="2834606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40,309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0162D64-43D8-9B46-A20C-441256AA1788}"/>
              </a:ext>
            </a:extLst>
          </p:cNvPr>
          <p:cNvCxnSpPr>
            <a:cxnSpLocks/>
          </p:cNvCxnSpPr>
          <p:nvPr userDrawn="1"/>
        </p:nvCxnSpPr>
        <p:spPr>
          <a:xfrm>
            <a:off x="6049531" y="3706371"/>
            <a:ext cx="286039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F0FA2C0A-EAE4-7549-AC96-58B36FFC8DF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19725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C2A1A451-0535-A645-83DA-A0BDCC7BF8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23284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D1714DC5-57BD-474B-BE8E-0E724A8099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23286" y="2712322"/>
            <a:ext cx="2457814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$4.9b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69BE08D-186A-FF46-9980-DEC691FD233E}"/>
              </a:ext>
            </a:extLst>
          </p:cNvPr>
          <p:cNvCxnSpPr>
            <a:cxnSpLocks/>
          </p:cNvCxnSpPr>
          <p:nvPr userDrawn="1"/>
        </p:nvCxnSpPr>
        <p:spPr>
          <a:xfrm>
            <a:off x="9397499" y="3706371"/>
            <a:ext cx="238358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FB92E45C-A14F-1A4E-B6EC-7D362A10C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4299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lide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number slide</a:t>
            </a:r>
            <a:endParaRPr lang="en-GB" dirty="0"/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65257D0-EF32-4347-B03F-F8B5C3D555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B53B269-837C-2540-83F9-446C4C4820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525" y="2712322"/>
            <a:ext cx="1569298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150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E5EA9F-2586-7F46-AF4C-661FFF6251E7}"/>
              </a:ext>
            </a:extLst>
          </p:cNvPr>
          <p:cNvCxnSpPr>
            <a:cxnSpLocks/>
          </p:cNvCxnSpPr>
          <p:nvPr userDrawn="1"/>
        </p:nvCxnSpPr>
        <p:spPr>
          <a:xfrm>
            <a:off x="312738" y="3706371"/>
            <a:ext cx="2383589" cy="0"/>
          </a:xfrm>
          <a:prstGeom prst="line">
            <a:avLst/>
          </a:prstGeom>
          <a:ln>
            <a:solidFill>
              <a:srgbClr val="0350A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DB9BA3C-6040-F842-8A3E-3BA9105193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04151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BED81315-D569-BE4E-95C3-4373F07CC0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7712" y="2712322"/>
            <a:ext cx="1569298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798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7D5B4A6-38EE-294B-863C-ED3C4F8AF9B7}"/>
              </a:ext>
            </a:extLst>
          </p:cNvPr>
          <p:cNvCxnSpPr>
            <a:cxnSpLocks/>
          </p:cNvCxnSpPr>
          <p:nvPr userDrawn="1"/>
        </p:nvCxnSpPr>
        <p:spPr>
          <a:xfrm>
            <a:off x="3181925" y="3706371"/>
            <a:ext cx="2383589" cy="0"/>
          </a:xfrm>
          <a:prstGeom prst="line">
            <a:avLst/>
          </a:prstGeom>
          <a:ln>
            <a:solidFill>
              <a:srgbClr val="0350A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AB40760D-AFEA-6E4C-AE59-D5A8B3AC95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71757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87173132-A837-CF4E-82DE-F6A7D0DF099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75318" y="2712322"/>
            <a:ext cx="2834606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40,309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0162D64-43D8-9B46-A20C-441256AA1788}"/>
              </a:ext>
            </a:extLst>
          </p:cNvPr>
          <p:cNvCxnSpPr>
            <a:cxnSpLocks/>
          </p:cNvCxnSpPr>
          <p:nvPr userDrawn="1"/>
        </p:nvCxnSpPr>
        <p:spPr>
          <a:xfrm>
            <a:off x="6049531" y="3706371"/>
            <a:ext cx="2860393" cy="0"/>
          </a:xfrm>
          <a:prstGeom prst="line">
            <a:avLst/>
          </a:prstGeom>
          <a:ln>
            <a:solidFill>
              <a:srgbClr val="0350A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F0FA2C0A-EAE4-7549-AC96-58B36FFC8DF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19725" y="4029686"/>
            <a:ext cx="2361363" cy="555080"/>
          </a:xfrm>
        </p:spPr>
        <p:txBody>
          <a:bodyPr/>
          <a:lstStyle>
            <a:lvl1pPr algn="l">
              <a:buClr>
                <a:schemeClr val="tx1"/>
              </a:buClr>
              <a:defRPr sz="12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ex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non. 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D1714DC5-57BD-474B-BE8E-0E724A8099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23286" y="2712322"/>
            <a:ext cx="2457814" cy="866006"/>
          </a:xfr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 b="1" i="0" cap="none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$4.9b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69BE08D-186A-FF46-9980-DEC691FD233E}"/>
              </a:ext>
            </a:extLst>
          </p:cNvPr>
          <p:cNvCxnSpPr>
            <a:cxnSpLocks/>
          </p:cNvCxnSpPr>
          <p:nvPr userDrawn="1"/>
        </p:nvCxnSpPr>
        <p:spPr>
          <a:xfrm>
            <a:off x="9397499" y="3706371"/>
            <a:ext cx="2383589" cy="0"/>
          </a:xfrm>
          <a:prstGeom prst="line">
            <a:avLst/>
          </a:prstGeom>
          <a:ln>
            <a:solidFill>
              <a:srgbClr val="0350A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D29CC9D-C876-2E46-AA6D-0B8D8ED73A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523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D0D348B5-B1A5-AF4D-B050-94D35A4005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07710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7F37B0E0-F2B9-F345-8C5E-5FD0FABDF6B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75316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6C6675C-5B1B-E541-8790-86D4641ADD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23284" y="2224805"/>
            <a:ext cx="2357804" cy="287766"/>
          </a:xfrm>
        </p:spPr>
        <p:txBody>
          <a:bodyPr/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1700" b="1" i="0" cap="all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0A6DF668-1EDF-0342-97F9-9324C870C6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891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timeline slide</a:t>
            </a:r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139E32-2709-FB4C-8D5D-8BCBA4B0CC30}"/>
              </a:ext>
            </a:extLst>
          </p:cNvPr>
          <p:cNvCxnSpPr>
            <a:cxnSpLocks/>
          </p:cNvCxnSpPr>
          <p:nvPr userDrawn="1"/>
        </p:nvCxnSpPr>
        <p:spPr>
          <a:xfrm>
            <a:off x="334964" y="5497357"/>
            <a:ext cx="11541124" cy="0"/>
          </a:xfrm>
          <a:prstGeom prst="line">
            <a:avLst/>
          </a:prstGeom>
          <a:ln w="19050" cap="rnd">
            <a:solidFill>
              <a:schemeClr val="tx1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57A0F87-1A4F-3941-92F5-06DB8E73D260}"/>
              </a:ext>
            </a:extLst>
          </p:cNvPr>
          <p:cNvSpPr/>
          <p:nvPr userDrawn="1"/>
        </p:nvSpPr>
        <p:spPr>
          <a:xfrm>
            <a:off x="312738" y="5417347"/>
            <a:ext cx="160020" cy="160020"/>
          </a:xfrm>
          <a:prstGeom prst="ellipse">
            <a:avLst/>
          </a:prstGeom>
          <a:solidFill>
            <a:srgbClr val="035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FB7AE22-8B6B-BE4D-9C20-048AB975CE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800" y="4887500"/>
            <a:ext cx="673628" cy="404393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Project Start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295118-2D1C-9F40-9C60-2A6B06025A52}"/>
              </a:ext>
            </a:extLst>
          </p:cNvPr>
          <p:cNvCxnSpPr>
            <a:cxnSpLocks/>
          </p:cNvCxnSpPr>
          <p:nvPr userDrawn="1"/>
        </p:nvCxnSpPr>
        <p:spPr>
          <a:xfrm>
            <a:off x="2467903" y="1795318"/>
            <a:ext cx="0" cy="3622029"/>
          </a:xfrm>
          <a:prstGeom prst="line">
            <a:avLst/>
          </a:prstGeom>
          <a:ln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50C5C66-B8FB-5E44-9695-5BBBBD603C50}"/>
              </a:ext>
            </a:extLst>
          </p:cNvPr>
          <p:cNvCxnSpPr/>
          <p:nvPr userDrawn="1"/>
        </p:nvCxnSpPr>
        <p:spPr>
          <a:xfrm>
            <a:off x="4774955" y="1795318"/>
            <a:ext cx="0" cy="3622029"/>
          </a:xfrm>
          <a:prstGeom prst="line">
            <a:avLst/>
          </a:prstGeom>
          <a:ln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3A926F2-8A93-A44E-B87D-71C979868DCB}"/>
              </a:ext>
            </a:extLst>
          </p:cNvPr>
          <p:cNvCxnSpPr/>
          <p:nvPr userDrawn="1"/>
        </p:nvCxnSpPr>
        <p:spPr>
          <a:xfrm>
            <a:off x="7090052" y="1795318"/>
            <a:ext cx="0" cy="3622029"/>
          </a:xfrm>
          <a:prstGeom prst="line">
            <a:avLst/>
          </a:prstGeom>
          <a:ln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401B725-E78F-B947-801B-CDAB27E8C7D7}"/>
              </a:ext>
            </a:extLst>
          </p:cNvPr>
          <p:cNvCxnSpPr/>
          <p:nvPr userDrawn="1"/>
        </p:nvCxnSpPr>
        <p:spPr>
          <a:xfrm>
            <a:off x="9382837" y="1801504"/>
            <a:ext cx="0" cy="3622029"/>
          </a:xfrm>
          <a:prstGeom prst="line">
            <a:avLst/>
          </a:prstGeom>
          <a:ln>
            <a:solidFill>
              <a:srgbClr val="E0E0E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1E1746BF-656E-1D4F-9A4F-14F3034D1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2877" y="5652981"/>
            <a:ext cx="2272078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1-2 months</a:t>
            </a: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3541D15A-853E-1A4B-BD85-22986FA004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5588" y="5652980"/>
            <a:ext cx="2142316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2-3 months</a:t>
            </a:r>
          </a:p>
        </p:txBody>
      </p: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9BE3ED1E-8CEE-464C-B102-2B8305C973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22519" y="339397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74" name="Pentagon 73">
            <a:extLst>
              <a:ext uri="{FF2B5EF4-FFF2-40B4-BE49-F238E27FC236}">
                <a16:creationId xmlns:a16="http://schemas.microsoft.com/office/drawing/2014/main" id="{C16DC6E8-1D3D-FE47-9B19-AAB1A87CB4E5}"/>
              </a:ext>
            </a:extLst>
          </p:cNvPr>
          <p:cNvSpPr/>
          <p:nvPr userDrawn="1"/>
        </p:nvSpPr>
        <p:spPr>
          <a:xfrm>
            <a:off x="2611455" y="2612772"/>
            <a:ext cx="2036176" cy="61523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D9EC9FAF-AA95-634E-8145-1DB58306FF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9735" y="26159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76" name="Pentagon 75">
            <a:extLst>
              <a:ext uri="{FF2B5EF4-FFF2-40B4-BE49-F238E27FC236}">
                <a16:creationId xmlns:a16="http://schemas.microsoft.com/office/drawing/2014/main" id="{13A81439-1191-0547-B313-1B14901BFBCC}"/>
              </a:ext>
            </a:extLst>
          </p:cNvPr>
          <p:cNvSpPr/>
          <p:nvPr userDrawn="1"/>
        </p:nvSpPr>
        <p:spPr>
          <a:xfrm>
            <a:off x="318671" y="1834700"/>
            <a:ext cx="2036176" cy="61523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E4E7A7AF-9611-6643-940B-A01954A90A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29570" y="417862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78" name="Pentagon 77">
            <a:extLst>
              <a:ext uri="{FF2B5EF4-FFF2-40B4-BE49-F238E27FC236}">
                <a16:creationId xmlns:a16="http://schemas.microsoft.com/office/drawing/2014/main" id="{3FE8AA01-DE87-3A43-BD9F-ECBFDF2394ED}"/>
              </a:ext>
            </a:extLst>
          </p:cNvPr>
          <p:cNvSpPr/>
          <p:nvPr userDrawn="1"/>
        </p:nvSpPr>
        <p:spPr>
          <a:xfrm>
            <a:off x="4918506" y="3397422"/>
            <a:ext cx="2036176" cy="615234"/>
          </a:xfrm>
          <a:prstGeom prst="homePlate">
            <a:avLst/>
          </a:prstGeom>
          <a:solidFill>
            <a:srgbClr val="011E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50B496A4-4CBA-8040-ABD6-DD56AA6A65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8961" y="417517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80" name="Pentagon 79">
            <a:extLst>
              <a:ext uri="{FF2B5EF4-FFF2-40B4-BE49-F238E27FC236}">
                <a16:creationId xmlns:a16="http://schemas.microsoft.com/office/drawing/2014/main" id="{5B689ECF-6D6B-304F-AAEE-0EA14311DF67}"/>
              </a:ext>
            </a:extLst>
          </p:cNvPr>
          <p:cNvSpPr/>
          <p:nvPr userDrawn="1"/>
        </p:nvSpPr>
        <p:spPr>
          <a:xfrm>
            <a:off x="7237897" y="3393972"/>
            <a:ext cx="2036176" cy="615234"/>
          </a:xfrm>
          <a:prstGeom prst="homePlate">
            <a:avLst/>
          </a:prstGeom>
          <a:solidFill>
            <a:srgbClr val="011E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7A4C213B-72EB-9049-9E9C-CD55C2E24C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9272" y="417517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82" name="Pentagon 81">
            <a:extLst>
              <a:ext uri="{FF2B5EF4-FFF2-40B4-BE49-F238E27FC236}">
                <a16:creationId xmlns:a16="http://schemas.microsoft.com/office/drawing/2014/main" id="{74E802AB-A27D-6045-AB2B-F5A839E6F3CF}"/>
              </a:ext>
            </a:extLst>
          </p:cNvPr>
          <p:cNvSpPr/>
          <p:nvPr userDrawn="1"/>
        </p:nvSpPr>
        <p:spPr>
          <a:xfrm>
            <a:off x="9518208" y="3393972"/>
            <a:ext cx="2036176" cy="615234"/>
          </a:xfrm>
          <a:prstGeom prst="homePlate">
            <a:avLst/>
          </a:prstGeom>
          <a:solidFill>
            <a:srgbClr val="011E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83" name="Text Placeholder 3">
            <a:extLst>
              <a:ext uri="{FF2B5EF4-FFF2-40B4-BE49-F238E27FC236}">
                <a16:creationId xmlns:a16="http://schemas.microsoft.com/office/drawing/2014/main" id="{4CC3AB19-C0E6-9C4A-80DD-BB0850274EA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9798" y="5652980"/>
            <a:ext cx="2272078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1-2 months</a:t>
            </a:r>
          </a:p>
        </p:txBody>
      </p:sp>
      <p:sp>
        <p:nvSpPr>
          <p:cNvPr id="84" name="Text Placeholder 3">
            <a:extLst>
              <a:ext uri="{FF2B5EF4-FFF2-40B4-BE49-F238E27FC236}">
                <a16:creationId xmlns:a16="http://schemas.microsoft.com/office/drawing/2014/main" id="{62D748E1-C1F4-1E40-986D-1E5658F16EC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77896" y="5652979"/>
            <a:ext cx="2312156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2-3 months</a:t>
            </a:r>
          </a:p>
        </p:txBody>
      </p:sp>
      <p:sp>
        <p:nvSpPr>
          <p:cNvPr id="85" name="Text Placeholder 3">
            <a:extLst>
              <a:ext uri="{FF2B5EF4-FFF2-40B4-BE49-F238E27FC236}">
                <a16:creationId xmlns:a16="http://schemas.microsoft.com/office/drawing/2014/main" id="{1F376E58-2E30-824D-8B8E-789B6D701A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04563" y="5652979"/>
            <a:ext cx="2312156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2-3 months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DE6522D6-BA8D-9D4D-87BC-0093E38C0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8936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timeline slide</a:t>
            </a:r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139E32-2709-FB4C-8D5D-8BCBA4B0CC30}"/>
              </a:ext>
            </a:extLst>
          </p:cNvPr>
          <p:cNvCxnSpPr>
            <a:cxnSpLocks/>
          </p:cNvCxnSpPr>
          <p:nvPr userDrawn="1"/>
        </p:nvCxnSpPr>
        <p:spPr>
          <a:xfrm>
            <a:off x="334964" y="5497357"/>
            <a:ext cx="11541124" cy="0"/>
          </a:xfrm>
          <a:prstGeom prst="line">
            <a:avLst/>
          </a:prstGeom>
          <a:ln w="19050" cap="rnd">
            <a:solidFill>
              <a:srgbClr val="0350AE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57A0F87-1A4F-3941-92F5-06DB8E73D260}"/>
              </a:ext>
            </a:extLst>
          </p:cNvPr>
          <p:cNvSpPr/>
          <p:nvPr userDrawn="1"/>
        </p:nvSpPr>
        <p:spPr>
          <a:xfrm>
            <a:off x="312738" y="5417347"/>
            <a:ext cx="160020" cy="160020"/>
          </a:xfrm>
          <a:prstGeom prst="ellipse">
            <a:avLst/>
          </a:prstGeom>
          <a:solidFill>
            <a:srgbClr val="32A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FB7AE22-8B6B-BE4D-9C20-048AB975CE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800" y="4887500"/>
            <a:ext cx="673628" cy="404393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Project Start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1E1746BF-656E-1D4F-9A4F-14F3034D1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02877" y="5652981"/>
            <a:ext cx="2272078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1-2 months</a:t>
            </a: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3541D15A-853E-1A4B-BD85-22986FA004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5588" y="5652980"/>
            <a:ext cx="2142316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2-3 months</a:t>
            </a:r>
          </a:p>
        </p:txBody>
      </p: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9BE3ED1E-8CEE-464C-B102-2B8305C973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22519" y="339397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74" name="Pentagon 73">
            <a:extLst>
              <a:ext uri="{FF2B5EF4-FFF2-40B4-BE49-F238E27FC236}">
                <a16:creationId xmlns:a16="http://schemas.microsoft.com/office/drawing/2014/main" id="{C16DC6E8-1D3D-FE47-9B19-AAB1A87CB4E5}"/>
              </a:ext>
            </a:extLst>
          </p:cNvPr>
          <p:cNvSpPr/>
          <p:nvPr userDrawn="1"/>
        </p:nvSpPr>
        <p:spPr>
          <a:xfrm>
            <a:off x="2611455" y="2612772"/>
            <a:ext cx="2036176" cy="61523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D9EC9FAF-AA95-634E-8145-1DB58306FF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9735" y="26159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76" name="Pentagon 75">
            <a:extLst>
              <a:ext uri="{FF2B5EF4-FFF2-40B4-BE49-F238E27FC236}">
                <a16:creationId xmlns:a16="http://schemas.microsoft.com/office/drawing/2014/main" id="{13A81439-1191-0547-B313-1B14901BFBCC}"/>
              </a:ext>
            </a:extLst>
          </p:cNvPr>
          <p:cNvSpPr/>
          <p:nvPr userDrawn="1"/>
        </p:nvSpPr>
        <p:spPr>
          <a:xfrm>
            <a:off x="318671" y="1834700"/>
            <a:ext cx="2036176" cy="61523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77" name="Text Placeholder 3">
            <a:extLst>
              <a:ext uri="{FF2B5EF4-FFF2-40B4-BE49-F238E27FC236}">
                <a16:creationId xmlns:a16="http://schemas.microsoft.com/office/drawing/2014/main" id="{E4E7A7AF-9611-6643-940B-A01954A90A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29570" y="417862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78" name="Pentagon 77">
            <a:extLst>
              <a:ext uri="{FF2B5EF4-FFF2-40B4-BE49-F238E27FC236}">
                <a16:creationId xmlns:a16="http://schemas.microsoft.com/office/drawing/2014/main" id="{3FE8AA01-DE87-3A43-BD9F-ECBFDF2394ED}"/>
              </a:ext>
            </a:extLst>
          </p:cNvPr>
          <p:cNvSpPr/>
          <p:nvPr userDrawn="1"/>
        </p:nvSpPr>
        <p:spPr>
          <a:xfrm>
            <a:off x="4918506" y="3397422"/>
            <a:ext cx="2036176" cy="615234"/>
          </a:xfrm>
          <a:prstGeom prst="homePlate">
            <a:avLst/>
          </a:prstGeom>
          <a:solidFill>
            <a:srgbClr val="035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50B496A4-4CBA-8040-ABD6-DD56AA6A65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8961" y="417517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80" name="Pentagon 79">
            <a:extLst>
              <a:ext uri="{FF2B5EF4-FFF2-40B4-BE49-F238E27FC236}">
                <a16:creationId xmlns:a16="http://schemas.microsoft.com/office/drawing/2014/main" id="{5B689ECF-6D6B-304F-AAEE-0EA14311DF67}"/>
              </a:ext>
            </a:extLst>
          </p:cNvPr>
          <p:cNvSpPr/>
          <p:nvPr userDrawn="1"/>
        </p:nvSpPr>
        <p:spPr>
          <a:xfrm>
            <a:off x="7237897" y="3393972"/>
            <a:ext cx="2036176" cy="615234"/>
          </a:xfrm>
          <a:prstGeom prst="homePlate">
            <a:avLst/>
          </a:prstGeom>
          <a:solidFill>
            <a:srgbClr val="035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7A4C213B-72EB-9049-9E9C-CD55C2E24C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9272" y="4175172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.</a:t>
            </a:r>
          </a:p>
        </p:txBody>
      </p:sp>
      <p:sp>
        <p:nvSpPr>
          <p:cNvPr id="82" name="Pentagon 81">
            <a:extLst>
              <a:ext uri="{FF2B5EF4-FFF2-40B4-BE49-F238E27FC236}">
                <a16:creationId xmlns:a16="http://schemas.microsoft.com/office/drawing/2014/main" id="{74E802AB-A27D-6045-AB2B-F5A839E6F3CF}"/>
              </a:ext>
            </a:extLst>
          </p:cNvPr>
          <p:cNvSpPr/>
          <p:nvPr userDrawn="1"/>
        </p:nvSpPr>
        <p:spPr>
          <a:xfrm>
            <a:off x="9518208" y="3393972"/>
            <a:ext cx="2036176" cy="615234"/>
          </a:xfrm>
          <a:prstGeom prst="homePlate">
            <a:avLst/>
          </a:prstGeom>
          <a:solidFill>
            <a:srgbClr val="035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83" name="Text Placeholder 3">
            <a:extLst>
              <a:ext uri="{FF2B5EF4-FFF2-40B4-BE49-F238E27FC236}">
                <a16:creationId xmlns:a16="http://schemas.microsoft.com/office/drawing/2014/main" id="{4CC3AB19-C0E6-9C4A-80DD-BB0850274EA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9798" y="5652980"/>
            <a:ext cx="2272078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1-2 months</a:t>
            </a:r>
          </a:p>
        </p:txBody>
      </p:sp>
      <p:sp>
        <p:nvSpPr>
          <p:cNvPr id="84" name="Text Placeholder 3">
            <a:extLst>
              <a:ext uri="{FF2B5EF4-FFF2-40B4-BE49-F238E27FC236}">
                <a16:creationId xmlns:a16="http://schemas.microsoft.com/office/drawing/2014/main" id="{62D748E1-C1F4-1E40-986D-1E5658F16EC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77896" y="5652979"/>
            <a:ext cx="2312156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2-3 months</a:t>
            </a:r>
          </a:p>
        </p:txBody>
      </p:sp>
      <p:sp>
        <p:nvSpPr>
          <p:cNvPr id="85" name="Text Placeholder 3">
            <a:extLst>
              <a:ext uri="{FF2B5EF4-FFF2-40B4-BE49-F238E27FC236}">
                <a16:creationId xmlns:a16="http://schemas.microsoft.com/office/drawing/2014/main" id="{1F376E58-2E30-824D-8B8E-789B6D701A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04563" y="5652979"/>
            <a:ext cx="2312156" cy="207968"/>
          </a:xfrm>
        </p:spPr>
        <p:txBody>
          <a:bodyPr/>
          <a:lstStyle>
            <a:lvl1pPr algn="ctr">
              <a:lnSpc>
                <a:spcPct val="100000"/>
              </a:lnSpc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2-3 months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3FBD95-F295-674D-A71A-FC62D1CDBD15}"/>
              </a:ext>
            </a:extLst>
          </p:cNvPr>
          <p:cNvCxnSpPr>
            <a:cxnSpLocks/>
          </p:cNvCxnSpPr>
          <p:nvPr userDrawn="1"/>
        </p:nvCxnSpPr>
        <p:spPr>
          <a:xfrm>
            <a:off x="2467903" y="1795318"/>
            <a:ext cx="0" cy="3622029"/>
          </a:xfrm>
          <a:prstGeom prst="line">
            <a:avLst/>
          </a:prstGeom>
          <a:ln>
            <a:solidFill>
              <a:srgbClr val="E0E0E0">
                <a:alpha val="70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4D1805-D753-AF4A-84B3-8CCD246722B7}"/>
              </a:ext>
            </a:extLst>
          </p:cNvPr>
          <p:cNvCxnSpPr/>
          <p:nvPr userDrawn="1"/>
        </p:nvCxnSpPr>
        <p:spPr>
          <a:xfrm>
            <a:off x="4774955" y="1795318"/>
            <a:ext cx="0" cy="3622029"/>
          </a:xfrm>
          <a:prstGeom prst="line">
            <a:avLst/>
          </a:prstGeom>
          <a:ln>
            <a:solidFill>
              <a:srgbClr val="E0E0E0">
                <a:alpha val="70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C388BD-4B43-BE44-B64B-F8456C8A38B3}"/>
              </a:ext>
            </a:extLst>
          </p:cNvPr>
          <p:cNvCxnSpPr/>
          <p:nvPr userDrawn="1"/>
        </p:nvCxnSpPr>
        <p:spPr>
          <a:xfrm>
            <a:off x="7090052" y="1795318"/>
            <a:ext cx="0" cy="3622029"/>
          </a:xfrm>
          <a:prstGeom prst="line">
            <a:avLst/>
          </a:prstGeom>
          <a:ln>
            <a:solidFill>
              <a:srgbClr val="E0E0E0">
                <a:alpha val="70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59BB9F-1E0F-F744-8547-D9585F60AA09}"/>
              </a:ext>
            </a:extLst>
          </p:cNvPr>
          <p:cNvCxnSpPr/>
          <p:nvPr userDrawn="1"/>
        </p:nvCxnSpPr>
        <p:spPr>
          <a:xfrm>
            <a:off x="9382837" y="1801504"/>
            <a:ext cx="0" cy="3622029"/>
          </a:xfrm>
          <a:prstGeom prst="line">
            <a:avLst/>
          </a:prstGeom>
          <a:ln>
            <a:solidFill>
              <a:srgbClr val="E0E0E0">
                <a:alpha val="70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D1ACFB4B-3563-D54C-B506-CAF835C8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2068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c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strategy slide</a:t>
            </a:r>
            <a:endParaRPr lang="en-GB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FB7AE22-8B6B-BE4D-9C20-048AB975CE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92457" y="1578808"/>
            <a:ext cx="1829918" cy="311579"/>
          </a:xfrm>
        </p:spPr>
        <p:txBody>
          <a:bodyPr/>
          <a:lstStyle>
            <a:lvl1pPr algn="ctr">
              <a:buClr>
                <a:schemeClr val="tx1"/>
              </a:buClr>
              <a:defRPr sz="2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D9EC9FAF-AA95-634E-8145-1DB58306FF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76350" y="2185200"/>
            <a:ext cx="1978302" cy="632622"/>
          </a:xfrm>
        </p:spPr>
        <p:txBody>
          <a:bodyPr/>
          <a:lstStyle>
            <a:lvl1pPr algn="r">
              <a:buClr>
                <a:schemeClr val="tx1"/>
              </a:buClr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B7A116-8AAC-174A-B6E0-C3EAB4FA7342}"/>
              </a:ext>
            </a:extLst>
          </p:cNvPr>
          <p:cNvGrpSpPr/>
          <p:nvPr userDrawn="1"/>
        </p:nvGrpSpPr>
        <p:grpSpPr>
          <a:xfrm>
            <a:off x="4185976" y="2114360"/>
            <a:ext cx="3788729" cy="3788729"/>
            <a:chOff x="4147876" y="2114360"/>
            <a:chExt cx="3788729" cy="37887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581A9C3-8A45-D54F-A909-3872EED9D2DF}"/>
                </a:ext>
              </a:extLst>
            </p:cNvPr>
            <p:cNvSpPr/>
            <p:nvPr userDrawn="1"/>
          </p:nvSpPr>
          <p:spPr>
            <a:xfrm>
              <a:off x="4290747" y="2257231"/>
              <a:ext cx="3502987" cy="35029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28457EC-CF7B-3A43-B9CC-A1C9F650E228}"/>
                </a:ext>
              </a:extLst>
            </p:cNvPr>
            <p:cNvSpPr/>
            <p:nvPr userDrawn="1"/>
          </p:nvSpPr>
          <p:spPr>
            <a:xfrm>
              <a:off x="4147876" y="2114360"/>
              <a:ext cx="3788729" cy="3788729"/>
            </a:xfrm>
            <a:prstGeom prst="ellipse">
              <a:avLst/>
            </a:prstGeom>
            <a:noFill/>
            <a:ln w="603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50525FC5-44AE-614D-B74A-A02538CB2B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71831" y="4939200"/>
            <a:ext cx="1978302" cy="632622"/>
          </a:xfrm>
        </p:spPr>
        <p:txBody>
          <a:bodyPr/>
          <a:lstStyle>
            <a:lvl1pPr algn="r">
              <a:buClr>
                <a:schemeClr val="tx1"/>
              </a:buClr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DAF9156B-507A-2545-B03E-D0BEBD4F99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52267" y="3556800"/>
            <a:ext cx="1978302" cy="632622"/>
          </a:xfrm>
        </p:spPr>
        <p:txBody>
          <a:bodyPr/>
          <a:lstStyle>
            <a:lvl1pPr algn="r">
              <a:buClr>
                <a:schemeClr val="tx1"/>
              </a:buClr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D1D8B394-1A5B-1A42-B1FB-F629C6D406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98729" y="21852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7DAF586E-73E0-3040-BBBA-5FFB1768C4F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10304" y="49392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6E5A3C5A-485F-2341-82E6-35E61AE2BF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04436" y="35568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CCE86F82-CB40-344F-80EA-547A85B4D3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22906" y="3389650"/>
            <a:ext cx="2710527" cy="1620264"/>
          </a:xfrm>
        </p:spPr>
        <p:txBody>
          <a:bodyPr/>
          <a:lstStyle>
            <a:lvl1pPr algn="ctr">
              <a:buClr>
                <a:schemeClr val="tx1"/>
              </a:buClr>
              <a:defRPr sz="17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voluptua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.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D09B890F-7FBF-F84F-9BB7-D5E19825F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35920" y="2971527"/>
            <a:ext cx="2291255" cy="224430"/>
          </a:xfrm>
        </p:spPr>
        <p:txBody>
          <a:bodyPr/>
          <a:lstStyle>
            <a:lvl1pPr algn="ctr">
              <a:buClr>
                <a:schemeClr val="tx1"/>
              </a:buClr>
              <a:defRPr sz="18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05434B-A7C8-F045-B906-38CE8D9B3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63555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c Slide – Dark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AE3F8848-7AE8-5446-AF19-EC6AA37A1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strategy slide</a:t>
            </a:r>
            <a:endParaRPr lang="en-GB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B7A116-8AAC-174A-B6E0-C3EAB4FA7342}"/>
              </a:ext>
            </a:extLst>
          </p:cNvPr>
          <p:cNvGrpSpPr/>
          <p:nvPr userDrawn="1"/>
        </p:nvGrpSpPr>
        <p:grpSpPr>
          <a:xfrm>
            <a:off x="4185976" y="2114360"/>
            <a:ext cx="3788729" cy="3788729"/>
            <a:chOff x="4147876" y="2114360"/>
            <a:chExt cx="3788729" cy="37887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581A9C3-8A45-D54F-A909-3872EED9D2DF}"/>
                </a:ext>
              </a:extLst>
            </p:cNvPr>
            <p:cNvSpPr/>
            <p:nvPr userDrawn="1"/>
          </p:nvSpPr>
          <p:spPr>
            <a:xfrm>
              <a:off x="4290747" y="2257231"/>
              <a:ext cx="3502987" cy="35029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28457EC-CF7B-3A43-B9CC-A1C9F650E228}"/>
                </a:ext>
              </a:extLst>
            </p:cNvPr>
            <p:cNvSpPr/>
            <p:nvPr userDrawn="1"/>
          </p:nvSpPr>
          <p:spPr>
            <a:xfrm>
              <a:off x="4147876" y="2114360"/>
              <a:ext cx="3788729" cy="3788729"/>
            </a:xfrm>
            <a:prstGeom prst="ellipse">
              <a:avLst/>
            </a:prstGeom>
            <a:noFill/>
            <a:ln w="60325">
              <a:solidFill>
                <a:srgbClr val="0350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CCE86F82-CB40-344F-80EA-547A85B4D31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22906" y="3389650"/>
            <a:ext cx="2710527" cy="1620264"/>
          </a:xfrm>
        </p:spPr>
        <p:txBody>
          <a:bodyPr/>
          <a:lstStyle>
            <a:lvl1pPr algn="ctr">
              <a:buClr>
                <a:schemeClr val="tx1"/>
              </a:buClr>
              <a:defRPr sz="17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 </a:t>
            </a:r>
            <a:r>
              <a:rPr lang="en-US" dirty="0" err="1"/>
              <a:t>elitr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eirmod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invidunt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aliquyam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voluptua</a:t>
            </a:r>
            <a:r>
              <a:rPr lang="en-US" dirty="0"/>
              <a:t>.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et </a:t>
            </a:r>
            <a:r>
              <a:rPr lang="en-US" dirty="0" err="1"/>
              <a:t>accusam</a:t>
            </a:r>
            <a:r>
              <a:rPr lang="en-US" dirty="0"/>
              <a:t>.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D09B890F-7FBF-F84F-9BB7-D5E19825F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35920" y="2971527"/>
            <a:ext cx="2291255" cy="224430"/>
          </a:xfrm>
        </p:spPr>
        <p:txBody>
          <a:bodyPr/>
          <a:lstStyle>
            <a:lvl1pPr algn="ctr">
              <a:buClr>
                <a:schemeClr val="tx1"/>
              </a:buClr>
              <a:defRPr sz="18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Lorem ipsum dolor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2FF6FC5-8863-D147-A004-C5EAD239E5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76350" y="2185200"/>
            <a:ext cx="1978302" cy="632622"/>
          </a:xfrm>
        </p:spPr>
        <p:txBody>
          <a:bodyPr/>
          <a:lstStyle>
            <a:lvl1pPr algn="r"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98EA37-F1A3-3441-BBAA-BD02820F58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71831" y="4939200"/>
            <a:ext cx="1978302" cy="632622"/>
          </a:xfrm>
        </p:spPr>
        <p:txBody>
          <a:bodyPr/>
          <a:lstStyle>
            <a:lvl1pPr algn="r"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8A982AD-D810-7B42-9022-7827149020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52267" y="3556800"/>
            <a:ext cx="1978302" cy="632622"/>
          </a:xfrm>
        </p:spPr>
        <p:txBody>
          <a:bodyPr/>
          <a:lstStyle>
            <a:lvl1pPr algn="r"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8BAC2D0-CB6B-1641-9A1A-068666F738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98729" y="21852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804EB02-6B01-E841-A33E-C7511B8AA06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10304" y="49392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4ABAE10-F95A-CC4C-A294-BE0287CFA15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04436" y="3556800"/>
            <a:ext cx="1978302" cy="632622"/>
          </a:xfrm>
        </p:spPr>
        <p:txBody>
          <a:bodyPr/>
          <a:lstStyle>
            <a:lvl1pPr algn="l">
              <a:buClr>
                <a:schemeClr val="tx1"/>
              </a:buClr>
              <a:defRPr sz="1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Click to add text. Lorem ipsum dolor sit </a:t>
            </a:r>
            <a:r>
              <a:rPr lang="en-US" dirty="0" err="1"/>
              <a:t>amet</a:t>
            </a:r>
            <a:r>
              <a:rPr lang="en-US" dirty="0"/>
              <a:t>, et </a:t>
            </a:r>
            <a:r>
              <a:rPr lang="en-US" dirty="0" err="1"/>
              <a:t>consetetur</a:t>
            </a:r>
            <a:r>
              <a:rPr lang="en-US" dirty="0"/>
              <a:t> </a:t>
            </a:r>
            <a:r>
              <a:rPr lang="en-US" dirty="0" err="1"/>
              <a:t>sadipscing</a:t>
            </a:r>
            <a:r>
              <a:rPr lang="en-US" dirty="0"/>
              <a:t>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C850335-8740-E84A-8725-427D80AFB7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92457" y="1578808"/>
            <a:ext cx="1829918" cy="311579"/>
          </a:xfrm>
        </p:spPr>
        <p:txBody>
          <a:bodyPr/>
          <a:lstStyle>
            <a:lvl1pPr algn="ctr">
              <a:buClr>
                <a:schemeClr val="tx1"/>
              </a:buClr>
              <a:defRPr sz="2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Lorem ipsum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C3DE150A-E4D2-6543-8921-F24FB51B4E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6885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0F6AAC5-572B-984B-BA85-637F1A1E96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37DE943-DAA5-A74D-A51A-991D7FBCA8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6900" y="2403630"/>
            <a:ext cx="3603164" cy="268438"/>
          </a:xfrm>
        </p:spPr>
        <p:txBody>
          <a:bodyPr/>
          <a:lstStyle>
            <a:lvl1pPr algn="l">
              <a:buClr>
                <a:schemeClr val="tx1"/>
              </a:buClr>
              <a:defRPr sz="20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tx1"/>
              </a:buClr>
              <a:defRPr>
                <a:solidFill>
                  <a:srgbClr val="606060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06060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06060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06060"/>
                </a:solidFill>
              </a:defRPr>
            </a:lvl5pPr>
          </a:lstStyle>
          <a:p>
            <a:pPr lvl="0"/>
            <a:r>
              <a:rPr lang="en-US" dirty="0"/>
              <a:t>John Smith</a:t>
            </a:r>
          </a:p>
        </p:txBody>
      </p:sp>
      <p:sp>
        <p:nvSpPr>
          <p:cNvPr id="23" name="Title 12">
            <a:extLst>
              <a:ext uri="{FF2B5EF4-FFF2-40B4-BE49-F238E27FC236}">
                <a16:creationId xmlns:a16="http://schemas.microsoft.com/office/drawing/2014/main" id="{B9839E65-0567-F047-8101-F795FB911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Contact us</a:t>
            </a:r>
            <a:endParaRPr lang="en-GB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DFA802EC-D54D-E843-BFE1-91F99E4DEE5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5531" y="2403445"/>
            <a:ext cx="1711869" cy="1711869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FA178B6-E4F1-8A4E-AB80-7214778D3C8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6900" y="2749230"/>
            <a:ext cx="3584347" cy="24784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898D65C-63D9-0747-B0AE-5B977E5E79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6900" y="3190558"/>
            <a:ext cx="3584347" cy="4790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+48 538 645 526        </a:t>
            </a:r>
            <a:r>
              <a:rPr lang="en-US" dirty="0" err="1"/>
              <a:t>john.smith@crowe.pl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B0A3D013-D606-1A4A-9C43-CA3C2AFD0C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06900" y="3951923"/>
            <a:ext cx="3584347" cy="4790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5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Firm name                          </a:t>
            </a:r>
            <a:r>
              <a:rPr lang="en-US" dirty="0" err="1"/>
              <a:t>www.crowe.com</a:t>
            </a:r>
            <a:endParaRPr lang="en-US" dirty="0"/>
          </a:p>
          <a:p>
            <a:pPr lvl="0"/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3F331D9-1F5F-CB46-B1CE-F0412AAF1D2D}"/>
              </a:ext>
            </a:extLst>
          </p:cNvPr>
          <p:cNvCxnSpPr>
            <a:cxnSpLocks/>
          </p:cNvCxnSpPr>
          <p:nvPr userDrawn="1"/>
        </p:nvCxnSpPr>
        <p:spPr>
          <a:xfrm>
            <a:off x="2706900" y="3819465"/>
            <a:ext cx="129688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F297977-C30E-BD46-950B-E6C5F68D03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008" y="6289844"/>
            <a:ext cx="474662" cy="4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21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– 01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9510C0-7FFA-AE4E-B279-5E51D6E623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8EA0CB-2B6B-FF4D-8EA6-D79D5F4F6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EDDD42-47B5-A244-8379-2338C191FA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808" y="2628899"/>
            <a:ext cx="7572256" cy="100294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ts val="6200"/>
              </a:lnSpc>
              <a:defRPr sz="65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8AEA29-27E0-D548-870E-84E4C28B4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008" y="6289844"/>
            <a:ext cx="1298878" cy="406757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26A7B02-06AF-094F-8B4E-A4B837CD9A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6875" y="6485702"/>
            <a:ext cx="4429125" cy="136227"/>
          </a:xfrm>
        </p:spPr>
        <p:txBody>
          <a:bodyPr/>
          <a:lstStyle>
            <a:lvl1pPr>
              <a:lnSpc>
                <a:spcPct val="100000"/>
              </a:lnSpc>
              <a:buFontTx/>
              <a:buNone/>
              <a:defRPr sz="900"/>
            </a:lvl1pPr>
            <a:lvl2pPr marL="6350" indent="0">
              <a:buFontTx/>
              <a:buNone/>
              <a:defRPr sz="900"/>
            </a:lvl2pPr>
            <a:lvl3pPr marL="179388" indent="0">
              <a:buFontTx/>
              <a:buNone/>
              <a:defRPr sz="900"/>
            </a:lvl3pPr>
            <a:lvl4pPr marL="401637" indent="0">
              <a:buFontTx/>
              <a:buNone/>
              <a:defRPr sz="900"/>
            </a:lvl4pPr>
            <a:lvl5pPr marL="668338" indent="0">
              <a:buFontTx/>
              <a:buNone/>
              <a:defRPr sz="900"/>
            </a:lvl5pPr>
          </a:lstStyle>
          <a:p>
            <a:pPr lvl="0"/>
            <a:r>
              <a:rPr lang="en-GB" dirty="0"/>
              <a:t>© 202X Crowe (Member Firm)</a:t>
            </a:r>
          </a:p>
        </p:txBody>
      </p:sp>
    </p:spTree>
    <p:extLst>
      <p:ext uri="{BB962C8B-B14F-4D97-AF65-F5344CB8AC3E}">
        <p14:creationId xmlns:p14="http://schemas.microsoft.com/office/powerpoint/2010/main" val="42473394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– 02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B8C074D-BF10-A84B-8304-E4584BC4E6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0C18970-A584-2447-AB5A-9660A6905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2808" y="2628899"/>
            <a:ext cx="7572256" cy="100294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ts val="6200"/>
              </a:lnSpc>
              <a:defRPr sz="65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1506AB7-8F33-4540-861F-0A1A3D248C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08" y="3827640"/>
            <a:ext cx="2308880" cy="2138186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add presenters name and contact information.</a:t>
            </a:r>
            <a:endParaRPr lang="en-GB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90E160A-D35C-4E48-8FFE-C99257936C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54496" y="3827640"/>
            <a:ext cx="2308880" cy="2138186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add presenters name and contact information.</a:t>
            </a:r>
            <a:endParaRPr lang="en-GB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8F3951D-D64C-654B-B6E1-097BEA6A04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86184" y="3827640"/>
            <a:ext cx="2308880" cy="2138186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add presenters name and contact information.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4F12DD-59F0-3947-89A9-EC15661FBF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008" y="6289844"/>
            <a:ext cx="1298878" cy="406757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D2EF078-D9EC-5A42-94B0-82C93E7406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6875" y="6485702"/>
            <a:ext cx="4429125" cy="136227"/>
          </a:xfrm>
        </p:spPr>
        <p:txBody>
          <a:bodyPr/>
          <a:lstStyle>
            <a:lvl1pPr>
              <a:lnSpc>
                <a:spcPct val="100000"/>
              </a:lnSpc>
              <a:buFontTx/>
              <a:buNone/>
              <a:defRPr sz="900"/>
            </a:lvl1pPr>
            <a:lvl2pPr marL="6350" indent="0">
              <a:buFontTx/>
              <a:buNone/>
              <a:defRPr sz="900"/>
            </a:lvl2pPr>
            <a:lvl3pPr marL="179388" indent="0">
              <a:buFontTx/>
              <a:buNone/>
              <a:defRPr sz="900"/>
            </a:lvl3pPr>
            <a:lvl4pPr marL="401637" indent="0">
              <a:buFontTx/>
              <a:buNone/>
              <a:defRPr sz="900"/>
            </a:lvl4pPr>
            <a:lvl5pPr marL="668338" indent="0">
              <a:buFontTx/>
              <a:buNone/>
              <a:defRPr sz="900"/>
            </a:lvl5pPr>
          </a:lstStyle>
          <a:p>
            <a:pPr lvl="0"/>
            <a:r>
              <a:rPr lang="en-GB" dirty="0"/>
              <a:t>© 202X Crowe (Member Firm)</a:t>
            </a:r>
          </a:p>
        </p:txBody>
      </p:sp>
    </p:spTree>
    <p:extLst>
      <p:ext uri="{BB962C8B-B14F-4D97-AF65-F5344CB8AC3E}">
        <p14:creationId xmlns:p14="http://schemas.microsoft.com/office/powerpoint/2010/main" val="23907724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–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AB51C1-1A2B-2F42-A5A1-D4DAA6E35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C07D1-B78F-AB4C-94FE-C02D51E123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0687A7A-4047-2744-B64A-624B186439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4277" y="6399213"/>
            <a:ext cx="316748" cy="29229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550" t="-16062" r="-197468" b="2782"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84B050-4B61-5E47-BCA5-DA8A87C23047}"/>
              </a:ext>
            </a:extLst>
          </p:cNvPr>
          <p:cNvCxnSpPr>
            <a:cxnSpLocks/>
          </p:cNvCxnSpPr>
          <p:nvPr userDrawn="1"/>
        </p:nvCxnSpPr>
        <p:spPr>
          <a:xfrm>
            <a:off x="664420" y="6428267"/>
            <a:ext cx="1121166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itle 12">
            <a:extLst>
              <a:ext uri="{FF2B5EF4-FFF2-40B4-BE49-F238E27FC236}">
                <a16:creationId xmlns:a16="http://schemas.microsoft.com/office/drawing/2014/main" id="{04B20DED-C7C8-154A-9F49-C0D9C735D9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465916"/>
            <a:ext cx="11541124" cy="519295"/>
          </a:xfrm>
          <a:prstGeom prst="rect">
            <a:avLst/>
          </a:prstGeom>
        </p:spPr>
        <p:txBody>
          <a:bodyPr anchor="t" anchorCtr="0"/>
          <a:lstStyle>
            <a:lvl1pPr>
              <a:defRPr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 for team slide</a:t>
            </a:r>
            <a:endParaRPr lang="en-GB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CF73612-C5FD-BF4F-A2F2-7358A85C84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318" y="1009746"/>
            <a:ext cx="11540769" cy="241301"/>
          </a:xfrm>
        </p:spPr>
        <p:txBody>
          <a:bodyPr/>
          <a:lstStyle>
            <a:lvl1pPr marL="0" indent="0">
              <a:lnSpc>
                <a:spcPts val="25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56800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3DF0EF-0256-9F44-9F81-FE9B3931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1AA8B5-9E1F-4E2E-814C-15CDBBA176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738" y="1800000"/>
            <a:ext cx="11563350" cy="45000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3DAFBA65-43E6-E147-9ED0-6DFBCFA580D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46960" y="1260000"/>
            <a:ext cx="11529128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oval" w="sm" len="sm"/>
            <a:tailEnd type="oval" w="sm" len="sm"/>
          </a:ln>
          <a:effectLst/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CDB2C-DAC9-2342-BAAA-A2C979BD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202X Crowe (Member Firm) | Presentation title (Insert Tab – Header &amp; Footer)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94C1C-4196-7F42-A1C0-B911D77D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46F38C8-010B-DE41-B601-44F7BEEEA5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4277" y="6399213"/>
            <a:ext cx="316748" cy="29229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3550" t="-16062" r="-197468" b="2782"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8BFD83-D46B-B249-9D98-8349F70844E2}"/>
              </a:ext>
            </a:extLst>
          </p:cNvPr>
          <p:cNvCxnSpPr>
            <a:cxnSpLocks/>
          </p:cNvCxnSpPr>
          <p:nvPr userDrawn="1"/>
        </p:nvCxnSpPr>
        <p:spPr>
          <a:xfrm>
            <a:off x="664420" y="6428267"/>
            <a:ext cx="1121166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4990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0759ECF-C3FF-5B40-8519-33C9D135E8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738" y="1800000"/>
            <a:ext cx="11563350" cy="45000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51E1B8DB-8546-274B-8B5E-F866EF7E73E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46960" y="1260000"/>
            <a:ext cx="11529128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oval" w="sm" len="sm"/>
            <a:tailEnd type="oval" w="sm" len="sm"/>
          </a:ln>
          <a:effectLst/>
        </p:spPr>
        <p:txBody>
          <a:bodyPr/>
          <a:lstStyle/>
          <a:p>
            <a:pPr>
              <a:defRPr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298344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t Background"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5C106F-42B8-42A1-8E89-09BCE8129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84" y="557181"/>
            <a:ext cx="10314432" cy="574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835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: Bold statem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B1ED0F-DED7-4724-8264-18A498CB8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871" y="3055052"/>
            <a:ext cx="9696329" cy="747897"/>
          </a:xfrm>
        </p:spPr>
        <p:txBody>
          <a:bodyPr wrap="square" anchor="ctr">
            <a:spAutoFit/>
          </a:bodyPr>
          <a:lstStyle>
            <a:lvl1pPr marL="0" indent="0">
              <a:buNone/>
              <a:defRPr sz="5400" b="1" spc="-150"/>
            </a:lvl1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920560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468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o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8EE7E4-D54F-C84B-87E1-BBB2915B8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610769"/>
            <a:ext cx="6072467" cy="313932"/>
          </a:xfrm>
        </p:spPr>
        <p:txBody>
          <a:bodyPr wrap="square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F5CBE1F-A3A9-C8EF-5236-9185501D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773238"/>
            <a:ext cx="6072467" cy="1569660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6000" spc="-300">
                <a:solidFill>
                  <a:schemeClr val="bg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1BAE27B9-F6D5-04D1-0B1E-699E1606E9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540000"/>
            <a:ext cx="1939540" cy="5398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F8F71CC-1C6E-8FCE-1247-074F370BF7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950" y="2419350"/>
            <a:ext cx="3594100" cy="2019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3E9FB37-5D4A-361A-C1B8-EC525144AC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950" y="2419350"/>
            <a:ext cx="3594100" cy="201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C925CF-1EB9-4ED1-193F-EBD983DDDCB0}"/>
              </a:ext>
            </a:extLst>
          </p:cNvPr>
          <p:cNvSpPr txBox="1"/>
          <p:nvPr userDrawn="1"/>
        </p:nvSpPr>
        <p:spPr>
          <a:xfrm>
            <a:off x="540000" y="6102556"/>
            <a:ext cx="33067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Audit / Tax / Advisory / Outsourcing</a:t>
            </a: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14604-CE95-288C-3313-38B5B1824AE4}"/>
              </a:ext>
            </a:extLst>
          </p:cNvPr>
          <p:cNvSpPr txBox="1"/>
          <p:nvPr userDrawn="1"/>
        </p:nvSpPr>
        <p:spPr>
          <a:xfrm>
            <a:off x="8430819" y="6102556"/>
            <a:ext cx="322118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/>
            <a:r>
              <a:rPr lang="en-US" sz="1400" b="1" dirty="0">
                <a:solidFill>
                  <a:schemeClr val="bg1"/>
                </a:solidFill>
                <a:effectLst/>
              </a:rPr>
              <a:t>Smart decisions. Lasting value.</a:t>
            </a:r>
            <a:endParaRPr lang="en-GB" sz="1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39C6386-E15A-3DD5-9F25-7F58C51227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370" y="4805473"/>
            <a:ext cx="6050096" cy="27699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Name:</a:t>
            </a:r>
            <a:endParaRPr lang="en-GB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3E1DEF-592F-4E60-64CF-0AA82EA2E3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712" y="5274080"/>
            <a:ext cx="6061754" cy="27699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Date: Month Day Year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12276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8EE7E4-D54F-C84B-87E1-BBB2915B8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610769"/>
            <a:ext cx="6072467" cy="313932"/>
          </a:xfrm>
        </p:spPr>
        <p:txBody>
          <a:bodyPr wrap="square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F5CBE1F-A3A9-C8EF-5236-9185501D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773238"/>
            <a:ext cx="6072467" cy="1569660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6000" spc="-300">
                <a:solidFill>
                  <a:schemeClr val="bg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1BAE27B9-F6D5-04D1-0B1E-699E1606E9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540000"/>
            <a:ext cx="1939540" cy="5398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F8F71CC-1C6E-8FCE-1247-074F370BF7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950" y="2419350"/>
            <a:ext cx="3594100" cy="2019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3E9FB37-5D4A-361A-C1B8-EC525144AC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950" y="2419350"/>
            <a:ext cx="3594100" cy="201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C925CF-1EB9-4ED1-193F-EBD983DDDCB0}"/>
              </a:ext>
            </a:extLst>
          </p:cNvPr>
          <p:cNvSpPr txBox="1"/>
          <p:nvPr userDrawn="1"/>
        </p:nvSpPr>
        <p:spPr>
          <a:xfrm>
            <a:off x="540000" y="6102556"/>
            <a:ext cx="199368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Audit / Tax / Advisory</a:t>
            </a: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14604-CE95-288C-3313-38B5B1824AE4}"/>
              </a:ext>
            </a:extLst>
          </p:cNvPr>
          <p:cNvSpPr txBox="1"/>
          <p:nvPr userDrawn="1"/>
        </p:nvSpPr>
        <p:spPr>
          <a:xfrm>
            <a:off x="8430819" y="6102556"/>
            <a:ext cx="322118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/>
            <a:r>
              <a:rPr lang="en-US" sz="1400" b="1" dirty="0">
                <a:solidFill>
                  <a:schemeClr val="bg1"/>
                </a:solidFill>
                <a:effectLst/>
              </a:rPr>
              <a:t>Smart decisions. Lasting value.</a:t>
            </a:r>
            <a:endParaRPr lang="en-GB" sz="1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39C6386-E15A-3DD5-9F25-7F58C51227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370" y="4805473"/>
            <a:ext cx="6050096" cy="27699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Name:</a:t>
            </a:r>
            <a:endParaRPr lang="en-GB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3E1DEF-592F-4E60-64CF-0AA82EA2E3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712" y="5274080"/>
            <a:ext cx="6061754" cy="27699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Date: Month Day Year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3875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Phot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92672E6B-185D-2ED6-DCB8-8939E283A3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3316" y="0"/>
            <a:ext cx="5665107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D397F0-01AB-E016-F92A-9D472D6C88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577" y="0"/>
            <a:ext cx="12192000" cy="6858000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18EE7E4-D54F-C84B-87E1-BBB2915B8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610769"/>
            <a:ext cx="6072467" cy="313932"/>
          </a:xfrm>
        </p:spPr>
        <p:txBody>
          <a:bodyPr wrap="square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F5CBE1F-A3A9-C8EF-5236-9185501D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773238"/>
            <a:ext cx="6072467" cy="1569660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6000" spc="-300">
                <a:solidFill>
                  <a:schemeClr val="bg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1BAE27B9-F6D5-04D1-0B1E-699E1606E9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40000" y="540000"/>
            <a:ext cx="1939540" cy="5398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F8F71CC-1C6E-8FCE-1247-074F370BF7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8950" y="2419350"/>
            <a:ext cx="3594100" cy="2019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3E9FB37-5D4A-361A-C1B8-EC525144AC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8950" y="2419350"/>
            <a:ext cx="3594100" cy="2019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C925CF-1EB9-4ED1-193F-EBD983DDDCB0}"/>
              </a:ext>
            </a:extLst>
          </p:cNvPr>
          <p:cNvSpPr txBox="1"/>
          <p:nvPr userDrawn="1"/>
        </p:nvSpPr>
        <p:spPr>
          <a:xfrm>
            <a:off x="540000" y="6102556"/>
            <a:ext cx="322118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Audit / Tax / Advisory / Outsourcing</a:t>
            </a: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14604-CE95-288C-3313-38B5B1824AE4}"/>
              </a:ext>
            </a:extLst>
          </p:cNvPr>
          <p:cNvSpPr txBox="1"/>
          <p:nvPr userDrawn="1"/>
        </p:nvSpPr>
        <p:spPr>
          <a:xfrm>
            <a:off x="8430819" y="6102556"/>
            <a:ext cx="322118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/>
            <a:r>
              <a:rPr lang="en-US" sz="1400" b="1" dirty="0">
                <a:solidFill>
                  <a:schemeClr val="bg1"/>
                </a:solidFill>
                <a:effectLst/>
              </a:rPr>
              <a:t>Smart decisions. Lasting value.</a:t>
            </a:r>
            <a:endParaRPr lang="en-GB" sz="1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39C6386-E15A-3DD5-9F25-7F58C51227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370" y="4805473"/>
            <a:ext cx="6050096" cy="27699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Name:</a:t>
            </a:r>
            <a:endParaRPr lang="en-GB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3E1DEF-592F-4E60-64CF-0AA82EA2E3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712" y="5274080"/>
            <a:ext cx="6061754" cy="27699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Date: Month Day Year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67236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C55D-A0B3-5CF0-A86D-BC638B1A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4606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C55D-A0B3-5CF0-A86D-BC638B1A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535575"/>
            <a:ext cx="11112255" cy="443198"/>
          </a:xfrm>
        </p:spPr>
        <p:txBody>
          <a:bodyPr>
            <a:sp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0814D-7077-3A75-389E-CAEA752FD1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872" y="1144973"/>
            <a:ext cx="11112254" cy="27699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5205776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74D9-38FE-2A5E-1BC1-A2BA6065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08B93-5D8F-B2F9-D4D7-5265D92D1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65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535575"/>
            <a:ext cx="11112255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0" y="1649511"/>
            <a:ext cx="5323800" cy="441058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85612-A678-46B2-4C61-ACAC5A12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30" y="1649511"/>
            <a:ext cx="5323800" cy="44105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51830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7BDF334-3C56-CD70-E5BD-C1889DD18E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63872" y="0"/>
            <a:ext cx="4728127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4" y="535575"/>
            <a:ext cx="6466800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2" y="1650573"/>
            <a:ext cx="6466801" cy="44105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FD834-3AD3-4502-1B09-FD9DC4637D2C}"/>
              </a:ext>
            </a:extLst>
          </p:cNvPr>
          <p:cNvSpPr txBox="1"/>
          <p:nvPr userDrawn="1"/>
        </p:nvSpPr>
        <p:spPr>
          <a:xfrm>
            <a:off x="11294548" y="6368258"/>
            <a:ext cx="357579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1B3F974E-D158-314D-B206-D21A102C6EE9}" type="slidenum">
              <a:rPr lang="en-GB" sz="1000" smtClean="0">
                <a:solidFill>
                  <a:schemeClr val="tx2"/>
                </a:solidFill>
              </a:rPr>
              <a:pPr algn="r"/>
              <a:t>‹nº›</a:t>
            </a:fld>
            <a:endParaRPr lang="en-GB" sz="10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71316-A739-CD83-8427-8BC4CE273BD2}"/>
              </a:ext>
            </a:extLst>
          </p:cNvPr>
          <p:cNvSpPr txBox="1"/>
          <p:nvPr userDrawn="1"/>
        </p:nvSpPr>
        <p:spPr>
          <a:xfrm>
            <a:off x="5908062" y="6399036"/>
            <a:ext cx="532292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600" dirty="0"/>
              <a:t>© 2026 Crowe Advisory PT</a:t>
            </a:r>
          </a:p>
        </p:txBody>
      </p:sp>
    </p:spTree>
    <p:extLst>
      <p:ext uri="{BB962C8B-B14F-4D97-AF65-F5344CB8AC3E}">
        <p14:creationId xmlns:p14="http://schemas.microsoft.com/office/powerpoint/2010/main" val="12773522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7BDF334-3C56-CD70-E5BD-C1889DD18E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63873" y="1650573"/>
            <a:ext cx="4188254" cy="441058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3" y="535575"/>
            <a:ext cx="11112253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2" y="1650573"/>
            <a:ext cx="6466801" cy="44105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703150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3" y="535575"/>
            <a:ext cx="11112254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2" y="1649523"/>
            <a:ext cx="3968401" cy="440689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  <p:sp>
        <p:nvSpPr>
          <p:cNvPr id="14" name="Chart Placeholder 4">
            <a:extLst>
              <a:ext uri="{FF2B5EF4-FFF2-40B4-BE49-F238E27FC236}">
                <a16:creationId xmlns:a16="http://schemas.microsoft.com/office/drawing/2014/main" id="{ADB83755-7A6D-C21A-1640-E764B96F78D5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967863" y="1645803"/>
            <a:ext cx="6684264" cy="4410582"/>
          </a:xfrm>
        </p:spPr>
        <p:txBody>
          <a:bodyPr/>
          <a:lstStyle/>
          <a:p>
            <a:r>
              <a:rPr lang="pt-PT"/>
              <a:t>Clique no ícone para adicionar um gráfico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462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3" y="535575"/>
            <a:ext cx="11112254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D74C7A2-5B81-F250-CA04-A71735073B7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39872" y="1649510"/>
            <a:ext cx="11112255" cy="4410582"/>
          </a:xfrm>
        </p:spPr>
        <p:txBody>
          <a:bodyPr/>
          <a:lstStyle/>
          <a:p>
            <a:r>
              <a:rPr lang="pt-PT"/>
              <a:t>Clique no ícone para adicionar uma tabela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1009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Bold statem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6C666A-E33B-6D16-433B-75AD141DEA30}"/>
              </a:ext>
            </a:extLst>
          </p:cNvPr>
          <p:cNvSpPr txBox="1"/>
          <p:nvPr userDrawn="1"/>
        </p:nvSpPr>
        <p:spPr>
          <a:xfrm>
            <a:off x="11294548" y="6368258"/>
            <a:ext cx="357579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1B3F974E-D158-314D-B206-D21A102C6EE9}" type="slidenum">
              <a:rPr lang="en-GB" sz="1000" smtClean="0">
                <a:solidFill>
                  <a:schemeClr val="tx2"/>
                </a:solidFill>
              </a:rPr>
              <a:pPr algn="r"/>
              <a:t>‹nº›</a:t>
            </a:fld>
            <a:endParaRPr lang="en-GB" sz="10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B1ED0F-DED7-4724-8264-18A498CB8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871" y="3055052"/>
            <a:ext cx="9696329" cy="747897"/>
          </a:xfrm>
        </p:spPr>
        <p:txBody>
          <a:bodyPr wrap="square" anchor="ctr">
            <a:spAutoFit/>
          </a:bodyPr>
          <a:lstStyle>
            <a:lvl1pPr marL="0" indent="0">
              <a:buNone/>
              <a:defRPr sz="5400" b="1" spc="-150"/>
            </a:lvl1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930262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1537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 slide: Title only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4AF7-C0A0-465A-D1D6-78DCFDE3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7976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and subtitl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4AF7-C0A0-465A-D1D6-78DCFDE3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535575"/>
            <a:ext cx="11112255" cy="443198"/>
          </a:xfrm>
        </p:spPr>
        <p:txBody>
          <a:bodyPr>
            <a:spAutoFit/>
          </a:bodyPr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60D1B-E0BF-5A57-5FEE-B615F2BC99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872" y="1144973"/>
            <a:ext cx="11112254" cy="27699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1418432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cont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74D9-38FE-2A5E-1BC1-A2BA6065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08B93-5D8F-B2F9-D4D7-5265D92D1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2900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2 cont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535575"/>
            <a:ext cx="11112255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2" y="1649511"/>
            <a:ext cx="5323800" cy="44105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85612-A678-46B2-4C61-ACAC5A12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27" y="1649511"/>
            <a:ext cx="5323800" cy="44105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273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imag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535575"/>
            <a:ext cx="6466802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2" y="1650573"/>
            <a:ext cx="6466802" cy="44105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9DFF79AA-487C-1CBF-3904-E82DD8E296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3872" y="0"/>
            <a:ext cx="4728128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pt-PT"/>
              <a:t>Clique no ícone para adicionar 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00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small imag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1" y="535575"/>
            <a:ext cx="11112255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2" y="1650573"/>
            <a:ext cx="6466802" cy="441058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9DFF79AA-487C-1CBF-3904-E82DD8E296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3872" y="1650573"/>
            <a:ext cx="4188255" cy="441058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pt-PT"/>
              <a:t>Clique no ícone para adicionar 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89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content + char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3" y="535575"/>
            <a:ext cx="11112254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4AA0-15C7-2627-0169-3DF1141C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871" y="1649525"/>
            <a:ext cx="3968401" cy="440689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738426E9-65B1-133E-73FE-3A5D79FB69F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967863" y="1645803"/>
            <a:ext cx="6684264" cy="4410582"/>
          </a:xfrm>
        </p:spPr>
        <p:txBody>
          <a:bodyPr/>
          <a:lstStyle/>
          <a:p>
            <a:r>
              <a:rPr lang="pt-PT"/>
              <a:t>Clique no ícone para adicionar um gráfico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2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Title + tabl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B8FB-189E-7C73-1E17-482642E3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3" y="535575"/>
            <a:ext cx="11112254" cy="88639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 dirty="0"/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EF64836D-BC8F-EC27-6CB7-733A2AE10C88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39871" y="1649513"/>
            <a:ext cx="11112256" cy="4410583"/>
          </a:xfrm>
        </p:spPr>
        <p:txBody>
          <a:bodyPr/>
          <a:lstStyle/>
          <a:p>
            <a:r>
              <a:rPr lang="pt-PT"/>
              <a:t>Clique no ícone para adicionar uma tabela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900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: Bold statement dark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3B1F6C-FCBA-9FFD-A5A2-7BF824D0CEA2}"/>
              </a:ext>
            </a:extLst>
          </p:cNvPr>
          <p:cNvSpPr txBox="1"/>
          <p:nvPr userDrawn="1"/>
        </p:nvSpPr>
        <p:spPr>
          <a:xfrm>
            <a:off x="5908062" y="6399036"/>
            <a:ext cx="532292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600" dirty="0"/>
              <a:t>© 2026 Crowe Advisory 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C666A-E33B-6D16-433B-75AD141DEA30}"/>
              </a:ext>
            </a:extLst>
          </p:cNvPr>
          <p:cNvSpPr txBox="1"/>
          <p:nvPr userDrawn="1"/>
        </p:nvSpPr>
        <p:spPr>
          <a:xfrm>
            <a:off x="11294548" y="6368258"/>
            <a:ext cx="357579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1B3F974E-D158-314D-B206-D21A102C6EE9}" type="slidenum">
              <a:rPr lang="en-GB" sz="1000" smtClean="0">
                <a:solidFill>
                  <a:schemeClr val="tx2"/>
                </a:solidFill>
              </a:rPr>
              <a:pPr algn="r"/>
              <a:t>‹nº›</a:t>
            </a:fld>
            <a:endParaRPr lang="en-GB" sz="10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B1ED0F-DED7-4724-8264-18A498CB8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871" y="3055052"/>
            <a:ext cx="9696329" cy="747897"/>
          </a:xfrm>
        </p:spPr>
        <p:txBody>
          <a:bodyPr wrap="square" anchor="ctr">
            <a:spAutoFit/>
          </a:bodyPr>
          <a:lstStyle>
            <a:lvl1pPr marL="0" indent="0">
              <a:buNone/>
              <a:defRPr sz="5400" b="1" spc="-150"/>
            </a:lvl1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</p:spTree>
    <p:extLst>
      <p:ext uri="{BB962C8B-B14F-4D97-AF65-F5344CB8AC3E}">
        <p14:creationId xmlns:p14="http://schemas.microsoft.com/office/powerpoint/2010/main" val="517890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33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beçalho da Secçã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39B9A5D-A4C2-8E96-F77A-9728626CD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00" y="1851181"/>
            <a:ext cx="10800000" cy="1088015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5542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dark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39B9A5D-A4C2-8E96-F77A-9728626CD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000" y="1851181"/>
            <a:ext cx="10800000" cy="1088015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2852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: Thank You SmartPath Indigo + Amber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7248-09B1-549A-AF35-BBE9E02B0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628899"/>
            <a:ext cx="7572256" cy="100294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ts val="6200"/>
              </a:lnSpc>
              <a:defRPr sz="54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FE43000-E3E9-1610-8C9B-A4373229DD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3827640"/>
            <a:ext cx="2308880" cy="213818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8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add presenters name and contact information.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07254-A72A-53CE-B97C-C33D57678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71688" y="3827640"/>
            <a:ext cx="2308880" cy="213818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8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add presenters name and contact information.</a:t>
            </a:r>
            <a:endParaRPr lang="en-GB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936A04-DC78-462D-1E5C-FCE9AD069D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03376" y="3827640"/>
            <a:ext cx="2308880" cy="213818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800"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add presenters name and contact information.</a:t>
            </a:r>
            <a:endParaRPr lang="en-GB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573F4CE6-2A2D-1889-3588-A1BDFD4137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540000"/>
            <a:ext cx="1939540" cy="5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28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C1EF7-A1FF-244B-9AB4-45F31316D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38" y="365125"/>
            <a:ext cx="1156335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458CE-8179-B14F-8C95-F59463F1E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38" y="1825625"/>
            <a:ext cx="1156335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33557-9C08-6A43-B84F-18B400DF3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419" y="6485820"/>
            <a:ext cx="5344121" cy="1627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© 202X Crowe (Member Firm) | Presentation title (Insert Tab – Header &amp; Footer)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5AA1D-5659-9444-97A8-43525EAF2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9661" y="6399892"/>
            <a:ext cx="62642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667DF6F-AB94-F945-BF4E-4FA5BF56AD30}" type="slidenum">
              <a:rPr lang="en-GB" smtClean="0"/>
              <a:pPr/>
              <a:t>‹nº›</a:t>
            </a:fld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85DC0F-1378-C545-AB14-9BBFA5523C18}"/>
              </a:ext>
            </a:extLst>
          </p:cNvPr>
          <p:cNvCxnSpPr>
            <a:cxnSpLocks/>
          </p:cNvCxnSpPr>
          <p:nvPr userDrawn="1"/>
        </p:nvCxnSpPr>
        <p:spPr>
          <a:xfrm>
            <a:off x="664420" y="6428267"/>
            <a:ext cx="1121166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F68E984-F767-7241-A283-43FE8140DD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1" t="35278" r="66367" b="31368"/>
          <a:stretch/>
        </p:blipFill>
        <p:spPr>
          <a:xfrm>
            <a:off x="241997" y="6387471"/>
            <a:ext cx="363216" cy="31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3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54" r:id="rId6"/>
    <p:sldLayoutId id="2147483669" r:id="rId7"/>
    <p:sldLayoutId id="2147483670" r:id="rId8"/>
    <p:sldLayoutId id="2147483666" r:id="rId9"/>
    <p:sldLayoutId id="2147483668" r:id="rId10"/>
    <p:sldLayoutId id="2147483671" r:id="rId11"/>
    <p:sldLayoutId id="2147483673" r:id="rId12"/>
    <p:sldLayoutId id="2147483672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96" r:id="rId26"/>
    <p:sldLayoutId id="2147483695" r:id="rId27"/>
    <p:sldLayoutId id="2147483687" r:id="rId28"/>
    <p:sldLayoutId id="2147483688" r:id="rId29"/>
    <p:sldLayoutId id="2147483691" r:id="rId30"/>
    <p:sldLayoutId id="2147483692" r:id="rId31"/>
    <p:sldLayoutId id="2147483697" r:id="rId32"/>
    <p:sldLayoutId id="2147483698" r:id="rId33"/>
    <p:sldLayoutId id="2147483701" r:id="rId34"/>
    <p:sldLayoutId id="2147483702" r:id="rId35"/>
    <p:sldLayoutId id="2147483703" r:id="rId36"/>
    <p:sldLayoutId id="2147483704" r:id="rId37"/>
    <p:sldLayoutId id="2147483705" r:id="rId38"/>
    <p:sldLayoutId id="2147483706" r:id="rId39"/>
    <p:sldLayoutId id="2147483700" r:id="rId40"/>
    <p:sldLayoutId id="2147483689" r:id="rId41"/>
    <p:sldLayoutId id="2147483690" r:id="rId42"/>
    <p:sldLayoutId id="2147483679" r:id="rId43"/>
    <p:sldLayoutId id="2147483707" r:id="rId44"/>
    <p:sldLayoutId id="2147483708" r:id="rId45"/>
    <p:sldLayoutId id="2147483709" r:id="rId46"/>
    <p:sldLayoutId id="2147483710" r:id="rId47"/>
    <p:sldLayoutId id="2147483711" r:id="rId4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None/>
        <a:defRPr sz="16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1638" indent="-2222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tabLst/>
        <a:defRPr sz="14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81025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4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90588" indent="-2222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tabLst/>
        <a:defRPr sz="14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3" pos="7481" userDrawn="1">
          <p15:clr>
            <a:srgbClr val="F26B43"/>
          </p15:clr>
        </p15:guide>
        <p15:guide id="4" orient="horz" pos="142" userDrawn="1">
          <p15:clr>
            <a:srgbClr val="F26B43"/>
          </p15:clr>
        </p15:guide>
        <p15:guide id="5" orient="horz" pos="4168" userDrawn="1">
          <p15:clr>
            <a:srgbClr val="F26B43"/>
          </p15:clr>
        </p15:guide>
        <p15:guide id="6" orient="horz" pos="1070" userDrawn="1">
          <p15:clr>
            <a:srgbClr val="F26B43"/>
          </p15:clr>
        </p15:guide>
        <p15:guide id="7" orient="horz" pos="3758" userDrawn="1">
          <p15:clr>
            <a:srgbClr val="F26B43"/>
          </p15:clr>
        </p15:guide>
        <p15:guide id="11" pos="197" userDrawn="1">
          <p15:clr>
            <a:srgbClr val="F26B43"/>
          </p15:clr>
        </p15:guide>
        <p15:guide id="13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A7E40-D4AA-EBAB-7582-ADDC149E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2" y="535575"/>
            <a:ext cx="11112255" cy="8863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3EEA7-35EA-7D7F-BC74-C3DF02FC6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72" y="1650572"/>
            <a:ext cx="11112255" cy="44105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C3A83-DBB8-F2B1-5936-01F6CD202921}"/>
              </a:ext>
            </a:extLst>
          </p:cNvPr>
          <p:cNvSpPr txBox="1"/>
          <p:nvPr userDrawn="1"/>
        </p:nvSpPr>
        <p:spPr>
          <a:xfrm>
            <a:off x="5908062" y="6399036"/>
            <a:ext cx="532292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600" dirty="0"/>
              <a:t>© 2026 Crowe Advisory 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B0454-85CD-419D-9F4B-65EE74C3B021}"/>
              </a:ext>
            </a:extLst>
          </p:cNvPr>
          <p:cNvSpPr txBox="1"/>
          <p:nvPr userDrawn="1"/>
        </p:nvSpPr>
        <p:spPr>
          <a:xfrm>
            <a:off x="11294548" y="6368258"/>
            <a:ext cx="357579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1B3F974E-D158-314D-B206-D21A102C6EE9}" type="slidenum">
              <a:rPr lang="en-GB" sz="1000" smtClean="0">
                <a:solidFill>
                  <a:schemeClr val="tx2"/>
                </a:solidFill>
              </a:rPr>
              <a:pPr algn="r"/>
              <a:t>‹nº›</a:t>
            </a:fld>
            <a:endParaRPr lang="en-GB" sz="10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09BBC0-3EA2-1035-2117-68B8E37154AB}"/>
              </a:ext>
            </a:extLst>
          </p:cNvPr>
          <p:cNvGrpSpPr/>
          <p:nvPr userDrawn="1"/>
        </p:nvGrpSpPr>
        <p:grpSpPr>
          <a:xfrm>
            <a:off x="539872" y="6318128"/>
            <a:ext cx="914400" cy="254148"/>
            <a:chOff x="1829191" y="3594537"/>
            <a:chExt cx="1941419" cy="53959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07736B-9995-DDAF-DA1D-C4C08F7E82B5}"/>
                </a:ext>
              </a:extLst>
            </p:cNvPr>
            <p:cNvGrpSpPr/>
            <p:nvPr userDrawn="1"/>
          </p:nvGrpSpPr>
          <p:grpSpPr>
            <a:xfrm>
              <a:off x="2588391" y="3697075"/>
              <a:ext cx="1182219" cy="336670"/>
              <a:chOff x="2588391" y="3697075"/>
              <a:chExt cx="1182219" cy="336670"/>
            </a:xfrm>
            <a:solidFill>
              <a:schemeClr val="tx2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5ECFC46-BF44-DF00-A980-1EE2079D5B70}"/>
                  </a:ext>
                </a:extLst>
              </p:cNvPr>
              <p:cNvSpPr/>
              <p:nvPr/>
            </p:nvSpPr>
            <p:spPr>
              <a:xfrm>
                <a:off x="2588391" y="3697075"/>
                <a:ext cx="280821" cy="336670"/>
              </a:xfrm>
              <a:custGeom>
                <a:avLst/>
                <a:gdLst>
                  <a:gd name="connsiteX0" fmla="*/ 261351 w 280821"/>
                  <a:gd name="connsiteY0" fmla="*/ 59986 h 336670"/>
                  <a:gd name="connsiteX1" fmla="*/ 176730 w 280821"/>
                  <a:gd name="connsiteY1" fmla="*/ 31493 h 336670"/>
                  <a:gd name="connsiteX2" fmla="*/ 49425 w 280821"/>
                  <a:gd name="connsiteY2" fmla="*/ 165711 h 336670"/>
                  <a:gd name="connsiteX3" fmla="*/ 176730 w 280821"/>
                  <a:gd name="connsiteY3" fmla="*/ 303678 h 336670"/>
                  <a:gd name="connsiteX4" fmla="*/ 259105 w 280821"/>
                  <a:gd name="connsiteY4" fmla="*/ 279684 h 336670"/>
                  <a:gd name="connsiteX5" fmla="*/ 277077 w 280821"/>
                  <a:gd name="connsiteY5" fmla="*/ 306677 h 336670"/>
                  <a:gd name="connsiteX6" fmla="*/ 175233 w 280821"/>
                  <a:gd name="connsiteY6" fmla="*/ 336670 h 336670"/>
                  <a:gd name="connsiteX7" fmla="*/ 0 w 280821"/>
                  <a:gd name="connsiteY7" fmla="*/ 167210 h 336670"/>
                  <a:gd name="connsiteX8" fmla="*/ 180475 w 280821"/>
                  <a:gd name="connsiteY8" fmla="*/ 0 h 336670"/>
                  <a:gd name="connsiteX9" fmla="*/ 280821 w 280821"/>
                  <a:gd name="connsiteY9" fmla="*/ 32992 h 336670"/>
                  <a:gd name="connsiteX10" fmla="*/ 261351 w 280821"/>
                  <a:gd name="connsiteY10" fmla="*/ 59986 h 336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21" h="336670">
                    <a:moveTo>
                      <a:pt x="261351" y="59986"/>
                    </a:moveTo>
                    <a:cubicBezTo>
                      <a:pt x="246374" y="47239"/>
                      <a:pt x="211178" y="31493"/>
                      <a:pt x="176730" y="31493"/>
                    </a:cubicBezTo>
                    <a:cubicBezTo>
                      <a:pt x="96603" y="31493"/>
                      <a:pt x="49425" y="89229"/>
                      <a:pt x="49425" y="165711"/>
                    </a:cubicBezTo>
                    <a:cubicBezTo>
                      <a:pt x="49425" y="248191"/>
                      <a:pt x="106338" y="303678"/>
                      <a:pt x="176730" y="303678"/>
                    </a:cubicBezTo>
                    <a:cubicBezTo>
                      <a:pt x="211927" y="303678"/>
                      <a:pt x="239634" y="292431"/>
                      <a:pt x="259105" y="279684"/>
                    </a:cubicBezTo>
                    <a:lnTo>
                      <a:pt x="277077" y="306677"/>
                    </a:lnTo>
                    <a:cubicBezTo>
                      <a:pt x="255360" y="321674"/>
                      <a:pt x="216420" y="336670"/>
                      <a:pt x="175233" y="336670"/>
                    </a:cubicBezTo>
                    <a:cubicBezTo>
                      <a:pt x="59160" y="336670"/>
                      <a:pt x="0" y="257189"/>
                      <a:pt x="0" y="167210"/>
                    </a:cubicBezTo>
                    <a:cubicBezTo>
                      <a:pt x="0" y="85480"/>
                      <a:pt x="64402" y="0"/>
                      <a:pt x="180475" y="0"/>
                    </a:cubicBezTo>
                    <a:cubicBezTo>
                      <a:pt x="226904" y="0"/>
                      <a:pt x="259105" y="16496"/>
                      <a:pt x="280821" y="32992"/>
                    </a:cubicBezTo>
                    <a:lnTo>
                      <a:pt x="261351" y="59986"/>
                    </a:lnTo>
                    <a:close/>
                  </a:path>
                </a:pathLst>
              </a:custGeom>
              <a:grpFill/>
              <a:ln w="74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417DFE4-673D-8629-035C-21BDE7BCA192}"/>
                  </a:ext>
                </a:extLst>
              </p:cNvPr>
              <p:cNvSpPr/>
              <p:nvPr/>
            </p:nvSpPr>
            <p:spPr>
              <a:xfrm>
                <a:off x="2886436" y="3788553"/>
                <a:ext cx="131050" cy="237693"/>
              </a:xfrm>
              <a:custGeom>
                <a:avLst/>
                <a:gdLst>
                  <a:gd name="connsiteX0" fmla="*/ 41187 w 131050"/>
                  <a:gd name="connsiteY0" fmla="*/ 34492 h 237693"/>
                  <a:gd name="connsiteX1" fmla="*/ 57662 w 131050"/>
                  <a:gd name="connsiteY1" fmla="*/ 16496 h 237693"/>
                  <a:gd name="connsiteX2" fmla="*/ 92858 w 131050"/>
                  <a:gd name="connsiteY2" fmla="*/ 0 h 237693"/>
                  <a:gd name="connsiteX3" fmla="*/ 131050 w 131050"/>
                  <a:gd name="connsiteY3" fmla="*/ 22495 h 237693"/>
                  <a:gd name="connsiteX4" fmla="*/ 112329 w 131050"/>
                  <a:gd name="connsiteY4" fmla="*/ 49488 h 237693"/>
                  <a:gd name="connsiteX5" fmla="*/ 80877 w 131050"/>
                  <a:gd name="connsiteY5" fmla="*/ 39741 h 237693"/>
                  <a:gd name="connsiteX6" fmla="*/ 41936 w 131050"/>
                  <a:gd name="connsiteY6" fmla="*/ 112473 h 237693"/>
                  <a:gd name="connsiteX7" fmla="*/ 41936 w 131050"/>
                  <a:gd name="connsiteY7" fmla="*/ 237694 h 237693"/>
                  <a:gd name="connsiteX8" fmla="*/ 0 w 131050"/>
                  <a:gd name="connsiteY8" fmla="*/ 237694 h 237693"/>
                  <a:gd name="connsiteX9" fmla="*/ 0 w 131050"/>
                  <a:gd name="connsiteY9" fmla="*/ 5249 h 237693"/>
                  <a:gd name="connsiteX10" fmla="*/ 41187 w 131050"/>
                  <a:gd name="connsiteY10" fmla="*/ 5249 h 237693"/>
                  <a:gd name="connsiteX11" fmla="*/ 41187 w 131050"/>
                  <a:gd name="connsiteY11" fmla="*/ 34492 h 23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1050" h="237693">
                    <a:moveTo>
                      <a:pt x="41187" y="34492"/>
                    </a:moveTo>
                    <a:lnTo>
                      <a:pt x="57662" y="16496"/>
                    </a:lnTo>
                    <a:cubicBezTo>
                      <a:pt x="67397" y="6748"/>
                      <a:pt x="82374" y="0"/>
                      <a:pt x="92858" y="0"/>
                    </a:cubicBezTo>
                    <a:cubicBezTo>
                      <a:pt x="103342" y="0"/>
                      <a:pt x="118319" y="7498"/>
                      <a:pt x="131050" y="22495"/>
                    </a:cubicBezTo>
                    <a:lnTo>
                      <a:pt x="112329" y="49488"/>
                    </a:lnTo>
                    <a:cubicBezTo>
                      <a:pt x="101845" y="44240"/>
                      <a:pt x="92109" y="39741"/>
                      <a:pt x="80877" y="39741"/>
                    </a:cubicBezTo>
                    <a:cubicBezTo>
                      <a:pt x="59160" y="39741"/>
                      <a:pt x="41936" y="61485"/>
                      <a:pt x="41936" y="112473"/>
                    </a:cubicBezTo>
                    <a:lnTo>
                      <a:pt x="41936" y="237694"/>
                    </a:lnTo>
                    <a:lnTo>
                      <a:pt x="0" y="237694"/>
                    </a:lnTo>
                    <a:lnTo>
                      <a:pt x="0" y="5249"/>
                    </a:lnTo>
                    <a:lnTo>
                      <a:pt x="41187" y="5249"/>
                    </a:lnTo>
                    <a:lnTo>
                      <a:pt x="41187" y="34492"/>
                    </a:lnTo>
                    <a:close/>
                  </a:path>
                </a:pathLst>
              </a:custGeom>
              <a:grpFill/>
              <a:ln w="74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0E13FDA-73EF-5E20-40F0-910B05C3B118}"/>
                  </a:ext>
                </a:extLst>
              </p:cNvPr>
              <p:cNvSpPr/>
              <p:nvPr/>
            </p:nvSpPr>
            <p:spPr>
              <a:xfrm>
                <a:off x="3002509" y="3788553"/>
                <a:ext cx="229150" cy="243692"/>
              </a:xfrm>
              <a:custGeom>
                <a:avLst/>
                <a:gdLst>
                  <a:gd name="connsiteX0" fmla="*/ 0 w 229150"/>
                  <a:gd name="connsiteY0" fmla="*/ 119222 h 243692"/>
                  <a:gd name="connsiteX1" fmla="*/ 114575 w 229150"/>
                  <a:gd name="connsiteY1" fmla="*/ 0 h 243692"/>
                  <a:gd name="connsiteX2" fmla="*/ 229150 w 229150"/>
                  <a:gd name="connsiteY2" fmla="*/ 119222 h 243692"/>
                  <a:gd name="connsiteX3" fmla="*/ 114575 w 229150"/>
                  <a:gd name="connsiteY3" fmla="*/ 243692 h 243692"/>
                  <a:gd name="connsiteX4" fmla="*/ 0 w 229150"/>
                  <a:gd name="connsiteY4" fmla="*/ 119222 h 243692"/>
                  <a:gd name="connsiteX5" fmla="*/ 44931 w 229150"/>
                  <a:gd name="connsiteY5" fmla="*/ 119222 h 243692"/>
                  <a:gd name="connsiteX6" fmla="*/ 113826 w 229150"/>
                  <a:gd name="connsiteY6" fmla="*/ 213699 h 243692"/>
                  <a:gd name="connsiteX7" fmla="*/ 183470 w 229150"/>
                  <a:gd name="connsiteY7" fmla="*/ 119222 h 243692"/>
                  <a:gd name="connsiteX8" fmla="*/ 113826 w 229150"/>
                  <a:gd name="connsiteY8" fmla="*/ 29993 h 243692"/>
                  <a:gd name="connsiteX9" fmla="*/ 44931 w 229150"/>
                  <a:gd name="connsiteY9" fmla="*/ 119222 h 243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150" h="243692">
                    <a:moveTo>
                      <a:pt x="0" y="119222"/>
                    </a:moveTo>
                    <a:cubicBezTo>
                      <a:pt x="0" y="44240"/>
                      <a:pt x="55415" y="0"/>
                      <a:pt x="114575" y="0"/>
                    </a:cubicBezTo>
                    <a:cubicBezTo>
                      <a:pt x="173735" y="0"/>
                      <a:pt x="229150" y="43490"/>
                      <a:pt x="229150" y="119222"/>
                    </a:cubicBezTo>
                    <a:cubicBezTo>
                      <a:pt x="229150" y="191205"/>
                      <a:pt x="183470" y="243692"/>
                      <a:pt x="114575" y="243692"/>
                    </a:cubicBezTo>
                    <a:cubicBezTo>
                      <a:pt x="46429" y="243692"/>
                      <a:pt x="0" y="191205"/>
                      <a:pt x="0" y="119222"/>
                    </a:cubicBezTo>
                    <a:close/>
                    <a:moveTo>
                      <a:pt x="44931" y="119222"/>
                    </a:moveTo>
                    <a:cubicBezTo>
                      <a:pt x="44931" y="162711"/>
                      <a:pt x="59909" y="213699"/>
                      <a:pt x="113826" y="213699"/>
                    </a:cubicBezTo>
                    <a:cubicBezTo>
                      <a:pt x="168493" y="213699"/>
                      <a:pt x="183470" y="162711"/>
                      <a:pt x="183470" y="119222"/>
                    </a:cubicBezTo>
                    <a:cubicBezTo>
                      <a:pt x="183470" y="77232"/>
                      <a:pt x="166246" y="29993"/>
                      <a:pt x="113826" y="29993"/>
                    </a:cubicBezTo>
                    <a:cubicBezTo>
                      <a:pt x="62155" y="29993"/>
                      <a:pt x="44931" y="77232"/>
                      <a:pt x="44931" y="119222"/>
                    </a:cubicBezTo>
                    <a:close/>
                  </a:path>
                </a:pathLst>
              </a:custGeom>
              <a:grpFill/>
              <a:ln w="74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7AEBD3D-DF80-F762-E29E-0B3F1CA9F313}"/>
                  </a:ext>
                </a:extLst>
              </p:cNvPr>
              <p:cNvSpPr/>
              <p:nvPr/>
            </p:nvSpPr>
            <p:spPr>
              <a:xfrm>
                <a:off x="3221924" y="3789303"/>
                <a:ext cx="357204" cy="238443"/>
              </a:xfrm>
              <a:custGeom>
                <a:avLst/>
                <a:gdLst>
                  <a:gd name="connsiteX0" fmla="*/ 194703 w 357204"/>
                  <a:gd name="connsiteY0" fmla="*/ 5249 h 238443"/>
                  <a:gd name="connsiteX1" fmla="*/ 262849 w 357204"/>
                  <a:gd name="connsiteY1" fmla="*/ 182957 h 238443"/>
                  <a:gd name="connsiteX2" fmla="*/ 263598 w 357204"/>
                  <a:gd name="connsiteY2" fmla="*/ 182957 h 238443"/>
                  <a:gd name="connsiteX3" fmla="*/ 319013 w 357204"/>
                  <a:gd name="connsiteY3" fmla="*/ 750 h 238443"/>
                  <a:gd name="connsiteX4" fmla="*/ 357205 w 357204"/>
                  <a:gd name="connsiteY4" fmla="*/ 7498 h 238443"/>
                  <a:gd name="connsiteX5" fmla="*/ 275579 w 357204"/>
                  <a:gd name="connsiteY5" fmla="*/ 238443 h 238443"/>
                  <a:gd name="connsiteX6" fmla="*/ 246374 w 357204"/>
                  <a:gd name="connsiteY6" fmla="*/ 238443 h 238443"/>
                  <a:gd name="connsiteX7" fmla="*/ 176730 w 357204"/>
                  <a:gd name="connsiteY7" fmla="*/ 56986 h 238443"/>
                  <a:gd name="connsiteX8" fmla="*/ 175981 w 357204"/>
                  <a:gd name="connsiteY8" fmla="*/ 56986 h 238443"/>
                  <a:gd name="connsiteX9" fmla="*/ 107835 w 357204"/>
                  <a:gd name="connsiteY9" fmla="*/ 238443 h 238443"/>
                  <a:gd name="connsiteX10" fmla="*/ 80128 w 357204"/>
                  <a:gd name="connsiteY10" fmla="*/ 238443 h 238443"/>
                  <a:gd name="connsiteX11" fmla="*/ 0 w 357204"/>
                  <a:gd name="connsiteY11" fmla="*/ 10498 h 238443"/>
                  <a:gd name="connsiteX12" fmla="*/ 41187 w 357204"/>
                  <a:gd name="connsiteY12" fmla="*/ 0 h 238443"/>
                  <a:gd name="connsiteX13" fmla="*/ 98100 w 357204"/>
                  <a:gd name="connsiteY13" fmla="*/ 182207 h 238443"/>
                  <a:gd name="connsiteX14" fmla="*/ 98849 w 357204"/>
                  <a:gd name="connsiteY14" fmla="*/ 182207 h 238443"/>
                  <a:gd name="connsiteX15" fmla="*/ 166995 w 357204"/>
                  <a:gd name="connsiteY15" fmla="*/ 4499 h 238443"/>
                  <a:gd name="connsiteX16" fmla="*/ 194703 w 357204"/>
                  <a:gd name="connsiteY16" fmla="*/ 4499 h 238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57204" h="238443">
                    <a:moveTo>
                      <a:pt x="194703" y="5249"/>
                    </a:moveTo>
                    <a:cubicBezTo>
                      <a:pt x="217169" y="60736"/>
                      <a:pt x="240383" y="116222"/>
                      <a:pt x="262849" y="182957"/>
                    </a:cubicBezTo>
                    <a:lnTo>
                      <a:pt x="263598" y="182957"/>
                    </a:lnTo>
                    <a:cubicBezTo>
                      <a:pt x="281570" y="114723"/>
                      <a:pt x="301041" y="57736"/>
                      <a:pt x="319013" y="750"/>
                    </a:cubicBezTo>
                    <a:lnTo>
                      <a:pt x="357205" y="7498"/>
                    </a:lnTo>
                    <a:lnTo>
                      <a:pt x="275579" y="238443"/>
                    </a:lnTo>
                    <a:lnTo>
                      <a:pt x="246374" y="238443"/>
                    </a:lnTo>
                    <a:cubicBezTo>
                      <a:pt x="223159" y="180707"/>
                      <a:pt x="199196" y="122971"/>
                      <a:pt x="176730" y="56986"/>
                    </a:cubicBezTo>
                    <a:lnTo>
                      <a:pt x="175981" y="56986"/>
                    </a:lnTo>
                    <a:cubicBezTo>
                      <a:pt x="153516" y="122971"/>
                      <a:pt x="131050" y="180707"/>
                      <a:pt x="107835" y="238443"/>
                    </a:cubicBezTo>
                    <a:lnTo>
                      <a:pt x="80128" y="238443"/>
                    </a:lnTo>
                    <a:lnTo>
                      <a:pt x="0" y="10498"/>
                    </a:lnTo>
                    <a:lnTo>
                      <a:pt x="41187" y="0"/>
                    </a:lnTo>
                    <a:cubicBezTo>
                      <a:pt x="59909" y="56986"/>
                      <a:pt x="79379" y="113973"/>
                      <a:pt x="98100" y="182207"/>
                    </a:cubicBezTo>
                    <a:lnTo>
                      <a:pt x="98849" y="182207"/>
                    </a:lnTo>
                    <a:cubicBezTo>
                      <a:pt x="121315" y="115473"/>
                      <a:pt x="143781" y="59986"/>
                      <a:pt x="166995" y="4499"/>
                    </a:cubicBezTo>
                    <a:lnTo>
                      <a:pt x="194703" y="4499"/>
                    </a:lnTo>
                    <a:close/>
                  </a:path>
                </a:pathLst>
              </a:custGeom>
              <a:grpFill/>
              <a:ln w="74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7614391-4AA4-7EDB-A615-D189AE54C018}"/>
                  </a:ext>
                </a:extLst>
              </p:cNvPr>
              <p:cNvSpPr/>
              <p:nvPr/>
            </p:nvSpPr>
            <p:spPr>
              <a:xfrm>
                <a:off x="3570142" y="3788553"/>
                <a:ext cx="200468" cy="243692"/>
              </a:xfrm>
              <a:custGeom>
                <a:avLst/>
                <a:gdLst>
                  <a:gd name="connsiteX0" fmla="*/ 43434 w 200468"/>
                  <a:gd name="connsiteY0" fmla="*/ 125220 h 243692"/>
                  <a:gd name="connsiteX1" fmla="*/ 122064 w 200468"/>
                  <a:gd name="connsiteY1" fmla="*/ 214449 h 243692"/>
                  <a:gd name="connsiteX2" fmla="*/ 185716 w 200468"/>
                  <a:gd name="connsiteY2" fmla="*/ 194204 h 243692"/>
                  <a:gd name="connsiteX3" fmla="*/ 197698 w 200468"/>
                  <a:gd name="connsiteY3" fmla="*/ 216699 h 243692"/>
                  <a:gd name="connsiteX4" fmla="*/ 120566 w 200468"/>
                  <a:gd name="connsiteY4" fmla="*/ 243692 h 243692"/>
                  <a:gd name="connsiteX5" fmla="*/ 0 w 200468"/>
                  <a:gd name="connsiteY5" fmla="*/ 116972 h 243692"/>
                  <a:gd name="connsiteX6" fmla="*/ 110082 w 200468"/>
                  <a:gd name="connsiteY6" fmla="*/ 0 h 243692"/>
                  <a:gd name="connsiteX7" fmla="*/ 199945 w 200468"/>
                  <a:gd name="connsiteY7" fmla="*/ 124470 h 243692"/>
                  <a:gd name="connsiteX8" fmla="*/ 43434 w 200468"/>
                  <a:gd name="connsiteY8" fmla="*/ 124470 h 243692"/>
                  <a:gd name="connsiteX9" fmla="*/ 161753 w 200468"/>
                  <a:gd name="connsiteY9" fmla="*/ 97477 h 243692"/>
                  <a:gd name="connsiteX10" fmla="*/ 110082 w 200468"/>
                  <a:gd name="connsiteY10" fmla="*/ 30743 h 243692"/>
                  <a:gd name="connsiteX11" fmla="*/ 46429 w 200468"/>
                  <a:gd name="connsiteY11" fmla="*/ 97477 h 243692"/>
                  <a:gd name="connsiteX12" fmla="*/ 161753 w 200468"/>
                  <a:gd name="connsiteY12" fmla="*/ 97477 h 243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68" h="243692">
                    <a:moveTo>
                      <a:pt x="43434" y="125220"/>
                    </a:moveTo>
                    <a:cubicBezTo>
                      <a:pt x="42685" y="171709"/>
                      <a:pt x="75635" y="214449"/>
                      <a:pt x="122064" y="214449"/>
                    </a:cubicBezTo>
                    <a:cubicBezTo>
                      <a:pt x="143781" y="214449"/>
                      <a:pt x="169242" y="206201"/>
                      <a:pt x="185716" y="194204"/>
                    </a:cubicBezTo>
                    <a:lnTo>
                      <a:pt x="197698" y="216699"/>
                    </a:lnTo>
                    <a:cubicBezTo>
                      <a:pt x="173735" y="233945"/>
                      <a:pt x="144529" y="243692"/>
                      <a:pt x="120566" y="243692"/>
                    </a:cubicBezTo>
                    <a:cubicBezTo>
                      <a:pt x="47927" y="243692"/>
                      <a:pt x="0" y="198703"/>
                      <a:pt x="0" y="116972"/>
                    </a:cubicBezTo>
                    <a:cubicBezTo>
                      <a:pt x="0" y="36741"/>
                      <a:pt x="57662" y="0"/>
                      <a:pt x="110082" y="0"/>
                    </a:cubicBezTo>
                    <a:cubicBezTo>
                      <a:pt x="180475" y="0"/>
                      <a:pt x="204438" y="63735"/>
                      <a:pt x="199945" y="124470"/>
                    </a:cubicBezTo>
                    <a:lnTo>
                      <a:pt x="43434" y="124470"/>
                    </a:lnTo>
                    <a:close/>
                    <a:moveTo>
                      <a:pt x="161753" y="97477"/>
                    </a:moveTo>
                    <a:cubicBezTo>
                      <a:pt x="161753" y="61485"/>
                      <a:pt x="146776" y="30743"/>
                      <a:pt x="110082" y="30743"/>
                    </a:cubicBezTo>
                    <a:cubicBezTo>
                      <a:pt x="65151" y="30743"/>
                      <a:pt x="47927" y="68234"/>
                      <a:pt x="46429" y="97477"/>
                    </a:cubicBezTo>
                    <a:lnTo>
                      <a:pt x="161753" y="97477"/>
                    </a:lnTo>
                    <a:close/>
                  </a:path>
                </a:pathLst>
              </a:custGeom>
              <a:grpFill/>
              <a:ln w="74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34BE714-BD49-B006-9AAA-2A811A6A0BAA}"/>
                </a:ext>
              </a:extLst>
            </p:cNvPr>
            <p:cNvSpPr/>
            <p:nvPr userDrawn="1"/>
          </p:nvSpPr>
          <p:spPr>
            <a:xfrm>
              <a:off x="1829191" y="3594537"/>
              <a:ext cx="606667" cy="539598"/>
            </a:xfrm>
            <a:custGeom>
              <a:avLst/>
              <a:gdLst>
                <a:gd name="connsiteX0" fmla="*/ 325612 w 606667"/>
                <a:gd name="connsiteY0" fmla="*/ 2812 h 539598"/>
                <a:gd name="connsiteX1" fmla="*/ 318123 w 606667"/>
                <a:gd name="connsiteY1" fmla="*/ 2812 h 539598"/>
                <a:gd name="connsiteX2" fmla="*/ 1356 w 606667"/>
                <a:gd name="connsiteY2" fmla="*/ 536685 h 539598"/>
                <a:gd name="connsiteX3" fmla="*/ 2105 w 606667"/>
                <a:gd name="connsiteY3" fmla="*/ 537435 h 539598"/>
                <a:gd name="connsiteX4" fmla="*/ 315876 w 606667"/>
                <a:gd name="connsiteY4" fmla="*/ 158025 h 539598"/>
                <a:gd name="connsiteX5" fmla="*/ 316625 w 606667"/>
                <a:gd name="connsiteY5" fmla="*/ 158775 h 539598"/>
                <a:gd name="connsiteX6" fmla="*/ 99457 w 606667"/>
                <a:gd name="connsiteY6" fmla="*/ 536685 h 539598"/>
                <a:gd name="connsiteX7" fmla="*/ 100206 w 606667"/>
                <a:gd name="connsiteY7" fmla="*/ 537435 h 539598"/>
                <a:gd name="connsiteX8" fmla="*/ 357064 w 606667"/>
                <a:gd name="connsiteY8" fmla="*/ 227009 h 539598"/>
                <a:gd name="connsiteX9" fmla="*/ 358561 w 606667"/>
                <a:gd name="connsiteY9" fmla="*/ 227759 h 539598"/>
                <a:gd name="connsiteX10" fmla="*/ 190068 w 606667"/>
                <a:gd name="connsiteY10" fmla="*/ 536685 h 539598"/>
                <a:gd name="connsiteX11" fmla="*/ 191566 w 606667"/>
                <a:gd name="connsiteY11" fmla="*/ 537435 h 539598"/>
                <a:gd name="connsiteX12" fmla="*/ 396004 w 606667"/>
                <a:gd name="connsiteY12" fmla="*/ 289994 h 539598"/>
                <a:gd name="connsiteX13" fmla="*/ 405739 w 606667"/>
                <a:gd name="connsiteY13" fmla="*/ 289994 h 539598"/>
                <a:gd name="connsiteX14" fmla="*/ 604186 w 606667"/>
                <a:gd name="connsiteY14" fmla="*/ 537435 h 539598"/>
                <a:gd name="connsiteX15" fmla="*/ 605684 w 606667"/>
                <a:gd name="connsiteY15" fmla="*/ 536685 h 539598"/>
                <a:gd name="connsiteX16" fmla="*/ 325612 w 606667"/>
                <a:gd name="connsiteY16" fmla="*/ 2812 h 539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06667" h="539598">
                  <a:moveTo>
                    <a:pt x="325612" y="2812"/>
                  </a:moveTo>
                  <a:cubicBezTo>
                    <a:pt x="323365" y="-937"/>
                    <a:pt x="320370" y="-937"/>
                    <a:pt x="318123" y="2812"/>
                  </a:cubicBezTo>
                  <a:lnTo>
                    <a:pt x="1356" y="536685"/>
                  </a:lnTo>
                  <a:cubicBezTo>
                    <a:pt x="-890" y="540434"/>
                    <a:pt x="-141" y="540434"/>
                    <a:pt x="2105" y="537435"/>
                  </a:cubicBezTo>
                  <a:lnTo>
                    <a:pt x="315876" y="158025"/>
                  </a:lnTo>
                  <a:cubicBezTo>
                    <a:pt x="318872" y="155026"/>
                    <a:pt x="318872" y="155026"/>
                    <a:pt x="316625" y="158775"/>
                  </a:cubicBezTo>
                  <a:lnTo>
                    <a:pt x="99457" y="536685"/>
                  </a:lnTo>
                  <a:cubicBezTo>
                    <a:pt x="97210" y="540434"/>
                    <a:pt x="97959" y="540434"/>
                    <a:pt x="100206" y="537435"/>
                  </a:cubicBezTo>
                  <a:lnTo>
                    <a:pt x="357064" y="227009"/>
                  </a:lnTo>
                  <a:cubicBezTo>
                    <a:pt x="360059" y="224009"/>
                    <a:pt x="360059" y="224009"/>
                    <a:pt x="358561" y="227759"/>
                  </a:cubicBezTo>
                  <a:lnTo>
                    <a:pt x="190068" y="536685"/>
                  </a:lnTo>
                  <a:cubicBezTo>
                    <a:pt x="187822" y="540434"/>
                    <a:pt x="188571" y="540434"/>
                    <a:pt x="191566" y="537435"/>
                  </a:cubicBezTo>
                  <a:lnTo>
                    <a:pt x="396004" y="289994"/>
                  </a:lnTo>
                  <a:cubicBezTo>
                    <a:pt x="399000" y="286994"/>
                    <a:pt x="402744" y="286994"/>
                    <a:pt x="405739" y="289994"/>
                  </a:cubicBezTo>
                  <a:lnTo>
                    <a:pt x="604186" y="537435"/>
                  </a:lnTo>
                  <a:cubicBezTo>
                    <a:pt x="607182" y="540434"/>
                    <a:pt x="607182" y="540434"/>
                    <a:pt x="605684" y="536685"/>
                  </a:cubicBezTo>
                  <a:lnTo>
                    <a:pt x="325612" y="2812"/>
                  </a:lnTo>
                  <a:close/>
                </a:path>
              </a:pathLst>
            </a:custGeom>
            <a:solidFill>
              <a:srgbClr val="F6A81C"/>
            </a:solidFill>
            <a:ln w="74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247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32.sv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7898F81-EC29-DA49-87D1-289AAE2606E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"/>
          <a:stretch/>
        </p:blipFill>
        <p:spPr>
          <a:xfrm>
            <a:off x="5280562" y="9671"/>
            <a:ext cx="6911438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77B1BE-52A1-D44B-8C3E-B38125C8DE9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671"/>
            <a:ext cx="12192000" cy="6867672"/>
          </a:xfrm>
          <a:prstGeom prst="rect">
            <a:avLst/>
          </a:prstGeom>
        </p:spPr>
      </p:pic>
      <p:sp>
        <p:nvSpPr>
          <p:cNvPr id="10" name="Title 16">
            <a:extLst>
              <a:ext uri="{FF2B5EF4-FFF2-40B4-BE49-F238E27FC236}">
                <a16:creationId xmlns:a16="http://schemas.microsoft.com/office/drawing/2014/main" id="{00BDA14E-AA7A-EF45-9ABC-A4B639BF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26" y="2260120"/>
            <a:ext cx="11084842" cy="1024779"/>
          </a:xfrm>
        </p:spPr>
        <p:txBody>
          <a:bodyPr/>
          <a:lstStyle/>
          <a:p>
            <a:r>
              <a:rPr lang="pt-PT" noProof="0" dirty="0">
                <a:solidFill>
                  <a:schemeClr val="bg1"/>
                </a:solidFill>
              </a:rPr>
              <a:t>Crowe Strategy Studio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8435020A-0146-F64F-A72E-33F98B85F2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298" y="6213600"/>
            <a:ext cx="3107360" cy="224374"/>
          </a:xfrm>
        </p:spPr>
        <p:txBody>
          <a:bodyPr/>
          <a:lstStyle/>
          <a:p>
            <a:r>
              <a:rPr lang="pt-PT" noProof="0" dirty="0" err="1"/>
              <a:t>Audit</a:t>
            </a:r>
            <a:r>
              <a:rPr lang="pt-PT" noProof="0" dirty="0"/>
              <a:t> / </a:t>
            </a:r>
            <a:r>
              <a:rPr lang="pt-PT" noProof="0" dirty="0" err="1"/>
              <a:t>Tax</a:t>
            </a:r>
            <a:r>
              <a:rPr lang="pt-PT" noProof="0" dirty="0"/>
              <a:t> / </a:t>
            </a:r>
            <a:r>
              <a:rPr lang="pt-PT" noProof="0" dirty="0" err="1"/>
              <a:t>Advisory</a:t>
            </a:r>
            <a:r>
              <a:rPr lang="pt-PT" noProof="0" dirty="0"/>
              <a:t> / Outsourcing</a:t>
            </a:r>
          </a:p>
          <a:p>
            <a:endParaRPr lang="pt-PT" noProof="0" dirty="0"/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808C6230-5789-DC47-BE32-BBC484C61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noProof="0" dirty="0" err="1"/>
              <a:t>Smart</a:t>
            </a:r>
            <a:r>
              <a:rPr lang="pt-PT" noProof="0" dirty="0"/>
              <a:t> </a:t>
            </a:r>
            <a:r>
              <a:rPr lang="pt-PT" noProof="0" dirty="0" err="1"/>
              <a:t>decisions</a:t>
            </a:r>
            <a:r>
              <a:rPr lang="pt-PT" noProof="0" dirty="0"/>
              <a:t>. </a:t>
            </a:r>
            <a:r>
              <a:rPr lang="pt-PT" noProof="0" dirty="0" err="1"/>
              <a:t>Lasting</a:t>
            </a:r>
            <a:r>
              <a:rPr lang="pt-PT" noProof="0" dirty="0"/>
              <a:t> </a:t>
            </a:r>
            <a:r>
              <a:rPr lang="pt-PT" noProof="0" dirty="0" err="1"/>
              <a:t>value</a:t>
            </a:r>
            <a:r>
              <a:rPr lang="pt-PT" noProof="0" dirty="0"/>
              <a:t>.</a:t>
            </a:r>
          </a:p>
          <a:p>
            <a:endParaRPr lang="pt-PT" noProof="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94C4B16-D1D3-3343-881A-B756E2083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98" y="5692382"/>
            <a:ext cx="5771604" cy="277998"/>
          </a:xfrm>
        </p:spPr>
        <p:txBody>
          <a:bodyPr/>
          <a:lstStyle/>
          <a:p>
            <a:r>
              <a:rPr lang="pt-PT" noProof="0"/>
              <a:t>Junho 2026</a:t>
            </a:r>
            <a:endParaRPr lang="pt-PT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D52DDB-8EFC-CF47-B4A2-584A438FBF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26" y="350407"/>
            <a:ext cx="1536456" cy="481157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C5D9CB1-1354-BE00-4B38-35D16E7AD8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4396" y="3437265"/>
            <a:ext cx="5771604" cy="391786"/>
          </a:xfrm>
        </p:spPr>
        <p:txBody>
          <a:bodyPr/>
          <a:lstStyle/>
          <a:p>
            <a:r>
              <a:rPr lang="pt-PT" noProof="0" dirty="0"/>
              <a:t>Diagnóstico estratégico preliminar gerado por IA</a:t>
            </a:r>
          </a:p>
        </p:txBody>
      </p:sp>
    </p:spTree>
    <p:extLst>
      <p:ext uri="{BB962C8B-B14F-4D97-AF65-F5344CB8AC3E}">
        <p14:creationId xmlns:p14="http://schemas.microsoft.com/office/powerpoint/2010/main" val="285842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90C632-6AAA-9F3C-2C01-7464EDAA74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6748" y="525935"/>
            <a:ext cx="11112500" cy="887412"/>
          </a:xfrm>
        </p:spPr>
        <p:txBody>
          <a:bodyPr/>
          <a:lstStyle/>
          <a:p>
            <a:r>
              <a:rPr lang="pt-PT" sz="3600" noProof="0" dirty="0"/>
              <a:t> </a:t>
            </a:r>
            <a:r>
              <a:rPr lang="pt-PT" sz="3600" noProof="0" dirty="0">
                <a:solidFill>
                  <a:schemeClr val="accent1"/>
                </a:solidFill>
              </a:rPr>
              <a:t>Índice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AE10576-4810-05AE-C9DA-4EFDA9970C8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72930544"/>
              </p:ext>
            </p:extLst>
          </p:nvPr>
        </p:nvGraphicFramePr>
        <p:xfrm>
          <a:off x="269623" y="1413347"/>
          <a:ext cx="4996199" cy="524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022">
                  <a:extLst>
                    <a:ext uri="{9D8B030D-6E8A-4147-A177-3AD203B41FA5}">
                      <a16:colId xmlns:a16="http://schemas.microsoft.com/office/drawing/2014/main" val="2912448806"/>
                    </a:ext>
                  </a:extLst>
                </a:gridCol>
                <a:gridCol w="4243177">
                  <a:extLst>
                    <a:ext uri="{9D8B030D-6E8A-4147-A177-3AD203B41FA5}">
                      <a16:colId xmlns:a16="http://schemas.microsoft.com/office/drawing/2014/main" val="1196536199"/>
                    </a:ext>
                  </a:extLst>
                </a:gridCol>
              </a:tblGrid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>Sobre nós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697615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>A oportunidade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444451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>Como funciona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127426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>Valor e economics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727161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>Piloto de 4 semanas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244538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>08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>Obrigado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865322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b="1" noProof="0" dirty="0">
                          <a:solidFill>
                            <a:schemeClr val="tx2"/>
                          </a:solidFill>
                        </a:rPr>
                        <a:t/>
                      </a:r>
                      <a:endParaRPr lang="pt-PT" b="1" noProof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718834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endParaRPr lang="pt-PT" b="0" noProof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 b="1" noProof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353313"/>
                  </a:ext>
                </a:extLst>
              </a:tr>
            </a:tbl>
          </a:graphicData>
        </a:graphic>
      </p:graphicFrame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B998C1E1-658C-D3AA-3841-2F74FC833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1772775"/>
              </p:ext>
            </p:extLst>
          </p:nvPr>
        </p:nvGraphicFramePr>
        <p:xfrm>
          <a:off x="5071229" y="1413347"/>
          <a:ext cx="4536795" cy="458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781">
                  <a:extLst>
                    <a:ext uri="{9D8B030D-6E8A-4147-A177-3AD203B41FA5}">
                      <a16:colId xmlns:a16="http://schemas.microsoft.com/office/drawing/2014/main" val="2912448806"/>
                    </a:ext>
                  </a:extLst>
                </a:gridCol>
                <a:gridCol w="3853014">
                  <a:extLst>
                    <a:ext uri="{9D8B030D-6E8A-4147-A177-3AD203B41FA5}">
                      <a16:colId xmlns:a16="http://schemas.microsoft.com/office/drawing/2014/main" val="1196536199"/>
                    </a:ext>
                  </a:extLst>
                </a:gridCol>
              </a:tblGrid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697615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444451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127426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727161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r>
                        <a:rPr lang="pt-PT" b="0" noProof="0" dirty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PT" b="1" noProof="0" dirty="0">
                          <a:solidFill>
                            <a:schemeClr val="tx2"/>
                          </a:solidFill>
                        </a:rPr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865322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endParaRPr lang="pt-PT" b="0" noProof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 b="1" noProof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718834"/>
                  </a:ext>
                </a:extLst>
              </a:tr>
              <a:tr h="655370">
                <a:tc>
                  <a:txBody>
                    <a:bodyPr/>
                    <a:lstStyle/>
                    <a:p>
                      <a:endParaRPr lang="pt-PT" b="0" noProof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 b="1" noProof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353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46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9258E-367D-BFD4-DAAE-C2B4BBBFF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tângulo 69">
            <a:extLst>
              <a:ext uri="{FF2B5EF4-FFF2-40B4-BE49-F238E27FC236}">
                <a16:creationId xmlns:a16="http://schemas.microsoft.com/office/drawing/2014/main" id="{474DAE86-9C81-D45D-080A-776E94C45FA8}"/>
              </a:ext>
            </a:extLst>
          </p:cNvPr>
          <p:cNvSpPr/>
          <p:nvPr/>
        </p:nvSpPr>
        <p:spPr>
          <a:xfrm>
            <a:off x="15311" y="26001"/>
            <a:ext cx="12126552" cy="6796714"/>
          </a:xfrm>
          <a:prstGeom prst="rect">
            <a:avLst/>
          </a:prstGeom>
          <a:solidFill>
            <a:srgbClr val="011E4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8" name="Graphic 1">
            <a:extLst>
              <a:ext uri="{FF2B5EF4-FFF2-40B4-BE49-F238E27FC236}">
                <a16:creationId xmlns:a16="http://schemas.microsoft.com/office/drawing/2014/main" id="{90AB9EBF-FE91-938C-E408-9C38AAAA541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526" r="2009"/>
          <a:stretch/>
        </p:blipFill>
        <p:spPr>
          <a:xfrm>
            <a:off x="906452" y="51383"/>
            <a:ext cx="11057212" cy="4479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41208C-7079-5FD4-C421-BD3A8717D0F9}"/>
              </a:ext>
            </a:extLst>
          </p:cNvPr>
          <p:cNvSpPr txBox="1"/>
          <p:nvPr/>
        </p:nvSpPr>
        <p:spPr>
          <a:xfrm>
            <a:off x="744581" y="1103530"/>
            <a:ext cx="1495471" cy="382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ctr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1" i="0" u="none" strike="noStrike" kern="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+ 150</a:t>
            </a:r>
            <a:endParaRPr kumimoji="0" lang="pt-PT" sz="2800" b="1" i="0" u="none" strike="noStrike" kern="1200" cap="none" spc="-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67230-F7FC-1204-460D-8BF77ACA1B97}"/>
              </a:ext>
            </a:extLst>
          </p:cNvPr>
          <p:cNvSpPr txBox="1"/>
          <p:nvPr/>
        </p:nvSpPr>
        <p:spPr>
          <a:xfrm>
            <a:off x="4860989" y="1101451"/>
            <a:ext cx="2345420" cy="382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ctr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1" i="0" u="none" strike="noStrike" kern="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+ 46.000</a:t>
            </a:r>
            <a:r>
              <a:rPr kumimoji="0" lang="pt-PT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DD4586D-9302-284C-BB9C-D5FA1C3F7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298770B-127B-A03D-66E7-16406E45C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9" name="Gráfico 18" descr="Globo terrestre: Américas com preenchimento sólido">
            <a:extLst>
              <a:ext uri="{FF2B5EF4-FFF2-40B4-BE49-F238E27FC236}">
                <a16:creationId xmlns:a16="http://schemas.microsoft.com/office/drawing/2014/main" id="{AAEE99D3-87D1-3072-7FD0-CBFDDA543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151" y="915183"/>
            <a:ext cx="682166" cy="682166"/>
          </a:xfrm>
          <a:prstGeom prst="rect">
            <a:avLst/>
          </a:prstGeom>
        </p:spPr>
      </p:pic>
      <p:pic>
        <p:nvPicPr>
          <p:cNvPr id="21" name="Gráfico 20" descr="Cidade destaque">
            <a:extLst>
              <a:ext uri="{FF2B5EF4-FFF2-40B4-BE49-F238E27FC236}">
                <a16:creationId xmlns:a16="http://schemas.microsoft.com/office/drawing/2014/main" id="{B32C230C-0ED6-9D68-135A-C35A59992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7436" y="829990"/>
            <a:ext cx="673964" cy="673964"/>
          </a:xfrm>
          <a:prstGeom prst="rect">
            <a:avLst/>
          </a:prstGeom>
        </p:spPr>
      </p:pic>
      <p:sp>
        <p:nvSpPr>
          <p:cNvPr id="24" name="TextBox 7">
            <a:extLst>
              <a:ext uri="{FF2B5EF4-FFF2-40B4-BE49-F238E27FC236}">
                <a16:creationId xmlns:a16="http://schemas.microsoft.com/office/drawing/2014/main" id="{342926E3-F54A-F243-E42C-717CE3DB5686}"/>
              </a:ext>
            </a:extLst>
          </p:cNvPr>
          <p:cNvSpPr txBox="1"/>
          <p:nvPr/>
        </p:nvSpPr>
        <p:spPr>
          <a:xfrm>
            <a:off x="3204781" y="1097633"/>
            <a:ext cx="1366389" cy="382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ctr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1" i="0" u="none" strike="noStrike" kern="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+ 800</a:t>
            </a:r>
            <a:r>
              <a:rPr kumimoji="0" lang="pt-PT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26" name="Gráfico 25" descr="Grupo de homens destaque">
            <a:extLst>
              <a:ext uri="{FF2B5EF4-FFF2-40B4-BE49-F238E27FC236}">
                <a16:creationId xmlns:a16="http://schemas.microsoft.com/office/drawing/2014/main" id="{CC24D7E6-D664-74AC-19D2-2082759ED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2564" y="963494"/>
            <a:ext cx="606094" cy="606094"/>
          </a:xfrm>
          <a:prstGeom prst="rect">
            <a:avLst/>
          </a:prstGeom>
        </p:spPr>
      </p:pic>
      <p:sp>
        <p:nvSpPr>
          <p:cNvPr id="29" name="TextBox 6">
            <a:extLst>
              <a:ext uri="{FF2B5EF4-FFF2-40B4-BE49-F238E27FC236}">
                <a16:creationId xmlns:a16="http://schemas.microsoft.com/office/drawing/2014/main" id="{1321C382-BD98-0B87-62B5-63B8EAA91329}"/>
              </a:ext>
            </a:extLst>
          </p:cNvPr>
          <p:cNvSpPr txBox="1"/>
          <p:nvPr/>
        </p:nvSpPr>
        <p:spPr>
          <a:xfrm>
            <a:off x="8396942" y="1162581"/>
            <a:ext cx="1470614" cy="382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ctr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1" i="0" u="none" strike="noStrike" kern="120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$ 6.5b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5DEE7BA-9822-FB38-8F41-906F720CE88B}"/>
              </a:ext>
            </a:extLst>
          </p:cNvPr>
          <p:cNvSpPr txBox="1"/>
          <p:nvPr/>
        </p:nvSpPr>
        <p:spPr>
          <a:xfrm>
            <a:off x="789608" y="1504549"/>
            <a:ext cx="2345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F5A8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Países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244EA77-726D-9105-5FCC-849C405BFDFC}"/>
              </a:ext>
            </a:extLst>
          </p:cNvPr>
          <p:cNvSpPr txBox="1"/>
          <p:nvPr/>
        </p:nvSpPr>
        <p:spPr>
          <a:xfrm>
            <a:off x="3108922" y="1495267"/>
            <a:ext cx="2345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F5A8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Escritórios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1348C1D-838C-471E-68D3-7DD82C02477C}"/>
              </a:ext>
            </a:extLst>
          </p:cNvPr>
          <p:cNvSpPr txBox="1"/>
          <p:nvPr/>
        </p:nvSpPr>
        <p:spPr>
          <a:xfrm>
            <a:off x="5415848" y="1519831"/>
            <a:ext cx="2345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F5A8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Colaboradores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8EAC49C-4DDD-38DB-BBCD-7777B9AA0C1D}"/>
              </a:ext>
            </a:extLst>
          </p:cNvPr>
          <p:cNvSpPr txBox="1"/>
          <p:nvPr/>
        </p:nvSpPr>
        <p:spPr>
          <a:xfrm>
            <a:off x="8387746" y="1600827"/>
            <a:ext cx="2345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F5A8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Faturação</a:t>
            </a:r>
          </a:p>
        </p:txBody>
      </p:sp>
      <p:pic>
        <p:nvPicPr>
          <p:cNvPr id="22" name="Gráfico 21" descr="Tendência de subida com preenchimento sólido">
            <a:extLst>
              <a:ext uri="{FF2B5EF4-FFF2-40B4-BE49-F238E27FC236}">
                <a16:creationId xmlns:a16="http://schemas.microsoft.com/office/drawing/2014/main" id="{BE3D6040-700B-C587-1AF3-6631D7D3C3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1132" y="1006985"/>
            <a:ext cx="689849" cy="68984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2CD6BAA-7D58-AF0B-7958-15FDA5E03F0A}"/>
              </a:ext>
            </a:extLst>
          </p:cNvPr>
          <p:cNvSpPr txBox="1"/>
          <p:nvPr/>
        </p:nvSpPr>
        <p:spPr>
          <a:xfrm>
            <a:off x="623416" y="121537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Crowe</a:t>
            </a:r>
            <a:r>
              <a:rPr kumimoji="0" lang="pt-PT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no mundo </a:t>
            </a:r>
          </a:p>
        </p:txBody>
      </p: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E2C3EEED-509A-1410-8FF9-14E3189A7239}"/>
              </a:ext>
            </a:extLst>
          </p:cNvPr>
          <p:cNvCxnSpPr>
            <a:cxnSpLocks/>
          </p:cNvCxnSpPr>
          <p:nvPr/>
        </p:nvCxnSpPr>
        <p:spPr>
          <a:xfrm>
            <a:off x="794833" y="935758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19">
            <a:extLst>
              <a:ext uri="{FF2B5EF4-FFF2-40B4-BE49-F238E27FC236}">
                <a16:creationId xmlns:a16="http://schemas.microsoft.com/office/drawing/2014/main" id="{E056B9EF-D0D3-9E90-74E3-E762F4042F5C}"/>
              </a:ext>
            </a:extLst>
          </p:cNvPr>
          <p:cNvCxnSpPr>
            <a:cxnSpLocks/>
          </p:cNvCxnSpPr>
          <p:nvPr/>
        </p:nvCxnSpPr>
        <p:spPr>
          <a:xfrm>
            <a:off x="3108922" y="935758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7EA53AAE-B9BA-BEF1-0C35-CD806DA33907}"/>
              </a:ext>
            </a:extLst>
          </p:cNvPr>
          <p:cNvCxnSpPr>
            <a:cxnSpLocks/>
          </p:cNvCxnSpPr>
          <p:nvPr/>
        </p:nvCxnSpPr>
        <p:spPr>
          <a:xfrm>
            <a:off x="5404439" y="989173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8DFE835C-C1CA-CA53-D723-FA5BA1503246}"/>
              </a:ext>
            </a:extLst>
          </p:cNvPr>
          <p:cNvCxnSpPr>
            <a:cxnSpLocks/>
          </p:cNvCxnSpPr>
          <p:nvPr/>
        </p:nvCxnSpPr>
        <p:spPr>
          <a:xfrm>
            <a:off x="8345907" y="1057797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37A567E-D0C7-1B73-CDD4-1EB62015B356}"/>
              </a:ext>
            </a:extLst>
          </p:cNvPr>
          <p:cNvSpPr txBox="1"/>
          <p:nvPr/>
        </p:nvSpPr>
        <p:spPr>
          <a:xfrm>
            <a:off x="663151" y="2172920"/>
            <a:ext cx="10664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Rede Global, sediada em Nova Iorque, com +90 anos de experiência, especializada por indústria e focada no sucesso dos clientes.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369693A-2AA4-742B-8885-4D32C7DB23E1}"/>
              </a:ext>
            </a:extLst>
          </p:cNvPr>
          <p:cNvSpPr txBox="1"/>
          <p:nvPr/>
        </p:nvSpPr>
        <p:spPr>
          <a:xfrm>
            <a:off x="704173" y="3101193"/>
            <a:ext cx="4698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Crowe</a:t>
            </a:r>
            <a:r>
              <a:rPr kumimoji="0" lang="pt-PT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em Portugal</a:t>
            </a:r>
          </a:p>
        </p:txBody>
      </p:sp>
      <p:cxnSp>
        <p:nvCxnSpPr>
          <p:cNvPr id="33" name="Conexão reta 32">
            <a:extLst>
              <a:ext uri="{FF2B5EF4-FFF2-40B4-BE49-F238E27FC236}">
                <a16:creationId xmlns:a16="http://schemas.microsoft.com/office/drawing/2014/main" id="{45EBDCE1-641D-D73A-5DBE-13D0AD715D6A}"/>
              </a:ext>
            </a:extLst>
          </p:cNvPr>
          <p:cNvCxnSpPr>
            <a:cxnSpLocks/>
          </p:cNvCxnSpPr>
          <p:nvPr/>
        </p:nvCxnSpPr>
        <p:spPr>
          <a:xfrm>
            <a:off x="752623" y="2844238"/>
            <a:ext cx="105749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luxograma: Conexão 2">
            <a:extLst>
              <a:ext uri="{FF2B5EF4-FFF2-40B4-BE49-F238E27FC236}">
                <a16:creationId xmlns:a16="http://schemas.microsoft.com/office/drawing/2014/main" id="{4F11F0DD-1BF0-F947-3C10-69E10F11E8CB}"/>
              </a:ext>
            </a:extLst>
          </p:cNvPr>
          <p:cNvSpPr/>
          <p:nvPr/>
        </p:nvSpPr>
        <p:spPr>
          <a:xfrm>
            <a:off x="988078" y="3840974"/>
            <a:ext cx="752232" cy="72808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luxograma: Conexão 3">
            <a:extLst>
              <a:ext uri="{FF2B5EF4-FFF2-40B4-BE49-F238E27FC236}">
                <a16:creationId xmlns:a16="http://schemas.microsoft.com/office/drawing/2014/main" id="{60116D6B-D129-2595-ED90-0BF22F7534B9}"/>
              </a:ext>
            </a:extLst>
          </p:cNvPr>
          <p:cNvSpPr/>
          <p:nvPr/>
        </p:nvSpPr>
        <p:spPr>
          <a:xfrm>
            <a:off x="4298636" y="3842492"/>
            <a:ext cx="752231" cy="72808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luxograma: Conexão 4">
            <a:extLst>
              <a:ext uri="{FF2B5EF4-FFF2-40B4-BE49-F238E27FC236}">
                <a16:creationId xmlns:a16="http://schemas.microsoft.com/office/drawing/2014/main" id="{0276AFEF-6497-FBD7-2962-984DD906B9C1}"/>
              </a:ext>
            </a:extLst>
          </p:cNvPr>
          <p:cNvSpPr/>
          <p:nvPr/>
        </p:nvSpPr>
        <p:spPr>
          <a:xfrm>
            <a:off x="8030027" y="3842516"/>
            <a:ext cx="752230" cy="72808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401A9B-A36F-40B3-A1DB-DAFF1CF31869}"/>
              </a:ext>
            </a:extLst>
          </p:cNvPr>
          <p:cNvSpPr txBox="1"/>
          <p:nvPr/>
        </p:nvSpPr>
        <p:spPr>
          <a:xfrm>
            <a:off x="1003721" y="3958939"/>
            <a:ext cx="83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+25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00A5250-3605-76F9-E079-DE335399C6E8}"/>
              </a:ext>
            </a:extLst>
          </p:cNvPr>
          <p:cNvSpPr txBox="1"/>
          <p:nvPr/>
        </p:nvSpPr>
        <p:spPr>
          <a:xfrm>
            <a:off x="4221164" y="3986581"/>
            <a:ext cx="974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+100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E136BF-0F9B-566A-C105-00914AF3556A}"/>
              </a:ext>
            </a:extLst>
          </p:cNvPr>
          <p:cNvSpPr txBox="1"/>
          <p:nvPr/>
        </p:nvSpPr>
        <p:spPr>
          <a:xfrm>
            <a:off x="8222146" y="3970130"/>
            <a:ext cx="836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2400" b="1" noProof="0" dirty="0">
                <a:solidFill>
                  <a:srgbClr val="FFFFFF"/>
                </a:solidFill>
                <a:latin typeface="Arial" panose="020B0604020202020204"/>
              </a:rPr>
              <a:t>4</a:t>
            </a:r>
            <a:endParaRPr kumimoji="0" lang="pt-PT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8206DB1-A7C5-6044-238B-6D77697133CC}"/>
              </a:ext>
            </a:extLst>
          </p:cNvPr>
          <p:cNvSpPr txBox="1"/>
          <p:nvPr/>
        </p:nvSpPr>
        <p:spPr>
          <a:xfrm>
            <a:off x="1785988" y="4005401"/>
            <a:ext cx="110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Anos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6A88BE9-7FA4-8655-A7A8-EE130A25B0E9}"/>
              </a:ext>
            </a:extLst>
          </p:cNvPr>
          <p:cNvSpPr txBox="1"/>
          <p:nvPr/>
        </p:nvSpPr>
        <p:spPr>
          <a:xfrm>
            <a:off x="5143253" y="4004235"/>
            <a:ext cx="1936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Colaboradores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8621E2B-1E6C-CEC6-5148-FB1728097815}"/>
              </a:ext>
            </a:extLst>
          </p:cNvPr>
          <p:cNvSpPr txBox="1"/>
          <p:nvPr/>
        </p:nvSpPr>
        <p:spPr>
          <a:xfrm>
            <a:off x="8790987" y="3996306"/>
            <a:ext cx="1936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Escritórios</a:t>
            </a:r>
          </a:p>
        </p:txBody>
      </p:sp>
      <p:cxnSp>
        <p:nvCxnSpPr>
          <p:cNvPr id="40" name="Conexão reta 39">
            <a:extLst>
              <a:ext uri="{FF2B5EF4-FFF2-40B4-BE49-F238E27FC236}">
                <a16:creationId xmlns:a16="http://schemas.microsoft.com/office/drawing/2014/main" id="{BF0219D2-6A80-4B6F-659C-BC0FEC5888A4}"/>
              </a:ext>
            </a:extLst>
          </p:cNvPr>
          <p:cNvCxnSpPr>
            <a:cxnSpLocks/>
          </p:cNvCxnSpPr>
          <p:nvPr/>
        </p:nvCxnSpPr>
        <p:spPr>
          <a:xfrm>
            <a:off x="810151" y="3659261"/>
            <a:ext cx="12582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xão reta 40">
            <a:extLst>
              <a:ext uri="{FF2B5EF4-FFF2-40B4-BE49-F238E27FC236}">
                <a16:creationId xmlns:a16="http://schemas.microsoft.com/office/drawing/2014/main" id="{1AA56FCA-8BA0-11F9-5980-C8F48B78D17C}"/>
              </a:ext>
            </a:extLst>
          </p:cNvPr>
          <p:cNvCxnSpPr>
            <a:cxnSpLocks/>
          </p:cNvCxnSpPr>
          <p:nvPr/>
        </p:nvCxnSpPr>
        <p:spPr>
          <a:xfrm>
            <a:off x="744581" y="666190"/>
            <a:ext cx="12582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Gráfico 44" descr="Escudo com visto com preenchimento sólido">
            <a:extLst>
              <a:ext uri="{FF2B5EF4-FFF2-40B4-BE49-F238E27FC236}">
                <a16:creationId xmlns:a16="http://schemas.microsoft.com/office/drawing/2014/main" id="{A0450536-B408-2389-A66C-FC40CED5F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081" y="5032441"/>
            <a:ext cx="652100" cy="652100"/>
          </a:xfrm>
          <a:prstGeom prst="rect">
            <a:avLst/>
          </a:prstGeom>
        </p:spPr>
      </p:pic>
      <p:pic>
        <p:nvPicPr>
          <p:cNvPr id="47" name="Gráfico 46" descr="Procurar em pasta com preenchimento sólido">
            <a:extLst>
              <a:ext uri="{FF2B5EF4-FFF2-40B4-BE49-F238E27FC236}">
                <a16:creationId xmlns:a16="http://schemas.microsoft.com/office/drawing/2014/main" id="{DE644128-E027-2B62-147C-E6D36F93D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84774" y="5032441"/>
            <a:ext cx="652100" cy="652100"/>
          </a:xfrm>
          <a:prstGeom prst="rect">
            <a:avLst/>
          </a:prstGeom>
        </p:spPr>
      </p:pic>
      <p:pic>
        <p:nvPicPr>
          <p:cNvPr id="49" name="Gráfico 48" descr="Lâmpada e engrenagem com preenchimento sólido">
            <a:extLst>
              <a:ext uri="{FF2B5EF4-FFF2-40B4-BE49-F238E27FC236}">
                <a16:creationId xmlns:a16="http://schemas.microsoft.com/office/drawing/2014/main" id="{0B73FC00-8AB2-53FB-6A13-2C4297656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92605" y="5032441"/>
            <a:ext cx="652100" cy="652100"/>
          </a:xfrm>
          <a:prstGeom prst="rect">
            <a:avLst/>
          </a:prstGeom>
        </p:spPr>
      </p:pic>
      <p:pic>
        <p:nvPicPr>
          <p:cNvPr id="51" name="Gráfico 50" descr="Grupo de pessoas com preenchimento sólido">
            <a:extLst>
              <a:ext uri="{FF2B5EF4-FFF2-40B4-BE49-F238E27FC236}">
                <a16:creationId xmlns:a16="http://schemas.microsoft.com/office/drawing/2014/main" id="{2A5DAAF9-64BD-BB53-E62D-A4CB92F33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00436" y="5032441"/>
            <a:ext cx="652100" cy="652100"/>
          </a:xfrm>
          <a:prstGeom prst="rect">
            <a:avLst/>
          </a:prstGeom>
        </p:spPr>
      </p:pic>
      <p:sp>
        <p:nvSpPr>
          <p:cNvPr id="52" name="CaixaDeTexto 51">
            <a:extLst>
              <a:ext uri="{FF2B5EF4-FFF2-40B4-BE49-F238E27FC236}">
                <a16:creationId xmlns:a16="http://schemas.microsoft.com/office/drawing/2014/main" id="{E9EE2883-5738-DDEA-A092-971323ACBCF5}"/>
              </a:ext>
            </a:extLst>
          </p:cNvPr>
          <p:cNvSpPr txBox="1"/>
          <p:nvPr/>
        </p:nvSpPr>
        <p:spPr>
          <a:xfrm>
            <a:off x="1598377" y="5173825"/>
            <a:ext cx="1280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Auditoria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527D7D4E-6ABA-36D1-569C-314A2351F047}"/>
              </a:ext>
            </a:extLst>
          </p:cNvPr>
          <p:cNvSpPr txBox="1"/>
          <p:nvPr/>
        </p:nvSpPr>
        <p:spPr>
          <a:xfrm>
            <a:off x="3821606" y="5173825"/>
            <a:ext cx="1586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Fiscalidade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7FE2BD99-1C10-00C5-B425-AE64A7ECE4ED}"/>
              </a:ext>
            </a:extLst>
          </p:cNvPr>
          <p:cNvSpPr txBox="1"/>
          <p:nvPr/>
        </p:nvSpPr>
        <p:spPr>
          <a:xfrm>
            <a:off x="6458920" y="5157111"/>
            <a:ext cx="1586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Consultoria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D596453E-3859-9C43-8340-8B5FB419A3B7}"/>
              </a:ext>
            </a:extLst>
          </p:cNvPr>
          <p:cNvSpPr txBox="1"/>
          <p:nvPr/>
        </p:nvSpPr>
        <p:spPr>
          <a:xfrm>
            <a:off x="9037268" y="5173825"/>
            <a:ext cx="1586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Outsourcing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964107D-06F9-07AA-855C-D9D3A9D7DBFD}"/>
              </a:ext>
            </a:extLst>
          </p:cNvPr>
          <p:cNvSpPr txBox="1"/>
          <p:nvPr/>
        </p:nvSpPr>
        <p:spPr>
          <a:xfrm>
            <a:off x="728253" y="6027681"/>
            <a:ext cx="11413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 presença em Portugal há mais de 25 anos a </a:t>
            </a:r>
            <a:r>
              <a:rPr kumimoji="0" lang="pt-PT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Crowe</a:t>
            </a: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alia proximidade local a uma rede global, oferecendo soluções adaptadas ao mercado português.</a:t>
            </a:r>
          </a:p>
        </p:txBody>
      </p:sp>
      <p:cxnSp>
        <p:nvCxnSpPr>
          <p:cNvPr id="65" name="Conexão reta 64">
            <a:extLst>
              <a:ext uri="{FF2B5EF4-FFF2-40B4-BE49-F238E27FC236}">
                <a16:creationId xmlns:a16="http://schemas.microsoft.com/office/drawing/2014/main" id="{6502D6B8-FF4D-D308-A76F-5E452A26A758}"/>
              </a:ext>
            </a:extLst>
          </p:cNvPr>
          <p:cNvCxnSpPr>
            <a:cxnSpLocks/>
          </p:cNvCxnSpPr>
          <p:nvPr/>
        </p:nvCxnSpPr>
        <p:spPr>
          <a:xfrm>
            <a:off x="855035" y="4933544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xão reta 65">
            <a:extLst>
              <a:ext uri="{FF2B5EF4-FFF2-40B4-BE49-F238E27FC236}">
                <a16:creationId xmlns:a16="http://schemas.microsoft.com/office/drawing/2014/main" id="{FA8FB2B5-EEFE-4E5F-BD81-0B2A2BB4DC48}"/>
              </a:ext>
            </a:extLst>
          </p:cNvPr>
          <p:cNvCxnSpPr>
            <a:cxnSpLocks/>
          </p:cNvCxnSpPr>
          <p:nvPr/>
        </p:nvCxnSpPr>
        <p:spPr>
          <a:xfrm>
            <a:off x="2984774" y="4918645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xão reta 66">
            <a:extLst>
              <a:ext uri="{FF2B5EF4-FFF2-40B4-BE49-F238E27FC236}">
                <a16:creationId xmlns:a16="http://schemas.microsoft.com/office/drawing/2014/main" id="{438D3782-8CA1-4D51-59A2-06AA5B3C9104}"/>
              </a:ext>
            </a:extLst>
          </p:cNvPr>
          <p:cNvCxnSpPr>
            <a:cxnSpLocks/>
          </p:cNvCxnSpPr>
          <p:nvPr/>
        </p:nvCxnSpPr>
        <p:spPr>
          <a:xfrm>
            <a:off x="5513334" y="4918644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xão reta 67">
            <a:extLst>
              <a:ext uri="{FF2B5EF4-FFF2-40B4-BE49-F238E27FC236}">
                <a16:creationId xmlns:a16="http://schemas.microsoft.com/office/drawing/2014/main" id="{6699B9DB-F0B8-ACB9-E3AF-DE169818F807}"/>
              </a:ext>
            </a:extLst>
          </p:cNvPr>
          <p:cNvCxnSpPr>
            <a:cxnSpLocks/>
          </p:cNvCxnSpPr>
          <p:nvPr/>
        </p:nvCxnSpPr>
        <p:spPr>
          <a:xfrm>
            <a:off x="8122811" y="4918645"/>
            <a:ext cx="0" cy="846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9185371-6309-546E-2EF2-A5E4B8072742}"/>
              </a:ext>
            </a:extLst>
          </p:cNvPr>
          <p:cNvSpPr txBox="1">
            <a:spLocks/>
          </p:cNvSpPr>
          <p:nvPr/>
        </p:nvSpPr>
        <p:spPr>
          <a:xfrm>
            <a:off x="11715984" y="6433646"/>
            <a:ext cx="24768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7DF6F-AB94-F945-BF4E-4FA5BF56AD30}" type="slidenum">
              <a:rPr lang="pt-PT" sz="900" smtClean="0"/>
              <a:pPr/>
              <a:t>3</a:t>
            </a:fld>
            <a:endParaRPr lang="pt-PT" sz="900" dirty="0"/>
          </a:p>
        </p:txBody>
      </p:sp>
    </p:spTree>
    <p:extLst>
      <p:ext uri="{BB962C8B-B14F-4D97-AF65-F5344CB8AC3E}">
        <p14:creationId xmlns:p14="http://schemas.microsoft.com/office/powerpoint/2010/main" val="10262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C738-BF63-4F46-BC60-4B62880F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pc="-150" noProof="0" dirty="0">
                <a:solidFill>
                  <a:schemeClr val="accent1"/>
                </a:solidFill>
              </a:rPr>
              <a:t>A oportunidade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497DE-073A-CA41-8409-2C080A9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F6F-AB94-F945-BF4E-4FA5BF56AD30}" type="slidenum">
              <a:rPr lang="pt-PT" noProof="0" smtClean="0"/>
              <a:pPr/>
              <a:t>4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25658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0988-CE3A-E0F1-71F4-3CFA1C0F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55A22D-1D0D-24DE-B9A4-83307A77E29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85247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93B141B-9255-3540-470D-50569F525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666" y="560962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543D1BA-FFA6-28DA-8BEA-364F19CFA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549" y="4900103"/>
            <a:ext cx="895350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134422E8-5A38-E386-42DF-552F0798D5A2}"/>
              </a:ext>
            </a:extLst>
          </p:cNvPr>
          <p:cNvSpPr txBox="1">
            <a:spLocks/>
          </p:cNvSpPr>
          <p:nvPr/>
        </p:nvSpPr>
        <p:spPr>
          <a:xfrm>
            <a:off x="374583" y="475688"/>
            <a:ext cx="11112500" cy="88741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400" noProof="0" dirty="0">
                <a:solidFill>
                  <a:schemeClr val="accent1"/>
                </a:solidFill>
              </a:rPr>
              <a:t>Secção 04</a:t>
            </a:r>
          </a:p>
          <a:p>
            <a:r>
              <a:rPr lang="pt-PT" sz="3600" noProof="0" dirty="0">
                <a:solidFill>
                  <a:schemeClr val="accent1"/>
                </a:solidFill>
              </a:rPr>
              <a:t>Piloto de 4 semanas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DDEAF89E-3267-7B44-36EB-537301FAA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532" y="2559450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Shape 3">
            <a:extLst>
              <a:ext uri="{FF2B5EF4-FFF2-40B4-BE49-F238E27FC236}">
                <a16:creationId xmlns:a16="http://schemas.microsoft.com/office/drawing/2014/main" id="{BEA7A2B2-DCD8-93A2-4A1F-DCA27DF3FDF9}"/>
              </a:ext>
            </a:extLst>
          </p:cNvPr>
          <p:cNvSpPr/>
          <p:nvPr/>
        </p:nvSpPr>
        <p:spPr>
          <a:xfrm>
            <a:off x="571500" y="2148840"/>
            <a:ext cx="3520440" cy="384048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753BF0FD-D964-E573-0B32-0BBB1F549108}"/>
              </a:ext>
            </a:extLst>
          </p:cNvPr>
          <p:cNvSpPr/>
          <p:nvPr/>
        </p:nvSpPr>
        <p:spPr>
          <a:xfrm>
            <a:off x="571500" y="2148840"/>
            <a:ext cx="73152" cy="3840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9B47C60F-F3A8-7A0F-570E-07C25FD821B4}"/>
              </a:ext>
            </a:extLst>
          </p:cNvPr>
          <p:cNvSpPr/>
          <p:nvPr/>
        </p:nvSpPr>
        <p:spPr>
          <a:xfrm>
            <a:off x="937260" y="2331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FASE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EAF887B9-AD8D-6C0D-9A8D-2CA8DC4B8B49}"/>
              </a:ext>
            </a:extLst>
          </p:cNvPr>
          <p:cNvSpPr/>
          <p:nvPr/>
        </p:nvSpPr>
        <p:spPr>
          <a:xfrm>
            <a:off x="93726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525CEBC7-F93A-6930-38A8-D57A958B2DF4}"/>
              </a:ext>
            </a:extLst>
          </p:cNvPr>
          <p:cNvSpPr/>
          <p:nvPr/>
        </p:nvSpPr>
        <p:spPr>
          <a:xfrm>
            <a:off x="93726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Semana 1</a:t>
            </a:r>
            <a:endParaRPr lang="en-US" sz="18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AE82E354-CA59-5E2B-BD22-43BE17FEB12B}"/>
              </a:ext>
            </a:extLst>
          </p:cNvPr>
          <p:cNvSpPr/>
          <p:nvPr/>
        </p:nvSpPr>
        <p:spPr>
          <a:xfrm>
            <a:off x="937260" y="4069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Validação interna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F605BF31-E2E5-A411-48F0-587F13370472}"/>
              </a:ext>
            </a:extLst>
          </p:cNvPr>
          <p:cNvSpPr/>
          <p:nvPr/>
        </p:nvSpPr>
        <p:spPr>
          <a:xfrm>
            <a:off x="937260" y="4526280"/>
            <a:ext cx="2788920" cy="0"/>
          </a:xfrm>
          <a:prstGeom prst="line">
            <a:avLst/>
          </a:prstGeom>
          <a:noFill/>
          <a:ln w="635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pt-PT">
              <a:latin typeface="+mj-lt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1AAB6321-49BF-70E5-CF09-24C07DF0542B}"/>
              </a:ext>
            </a:extLst>
          </p:cNvPr>
          <p:cNvSpPr/>
          <p:nvPr/>
        </p:nvSpPr>
        <p:spPr>
          <a:xfrm>
            <a:off x="93726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Marca, enquadramento legal e RGPD; ajustes com 2-3 consultores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3DD61E33-C1A7-92D8-DA77-7CE8CB9D2C03}"/>
              </a:ext>
            </a:extLst>
          </p:cNvPr>
          <p:cNvSpPr/>
          <p:nvPr/>
        </p:nvSpPr>
        <p:spPr>
          <a:xfrm>
            <a:off x="937260" y="5623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80"/>
                </a:solidFill>
                <a:latin typeface="+mj-lt"/>
                <a:ea typeface="Calibri" pitchFamily="34" charset="-122"/>
                <a:cs typeface="Calibri" pitchFamily="34" charset="-120"/>
              </a:rPr>
              <a:t>Go interno</a:t>
            </a:r>
            <a:endParaRPr lang="en-US" sz="1100" dirty="0">
              <a:latin typeface="+mj-lt"/>
            </a:endParaRPr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D0F5A58A-9747-E4F6-E7D1-0BA6C074FB19}"/>
              </a:ext>
            </a:extLst>
          </p:cNvPr>
          <p:cNvSpPr/>
          <p:nvPr/>
        </p:nvSpPr>
        <p:spPr>
          <a:xfrm>
            <a:off x="4320540" y="2148840"/>
            <a:ext cx="3520440" cy="384048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A63FA1DB-44EE-08C4-ECB2-949DC63E8ACB}"/>
              </a:ext>
            </a:extLst>
          </p:cNvPr>
          <p:cNvSpPr/>
          <p:nvPr/>
        </p:nvSpPr>
        <p:spPr>
          <a:xfrm>
            <a:off x="4320540" y="2148840"/>
            <a:ext cx="73152" cy="3840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86AAEF0F-5ACA-D743-0572-CA2DE170F5CD}"/>
              </a:ext>
            </a:extLst>
          </p:cNvPr>
          <p:cNvSpPr/>
          <p:nvPr/>
        </p:nvSpPr>
        <p:spPr>
          <a:xfrm>
            <a:off x="4686300" y="2331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FASE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69A9DB21-7FC4-F74A-229A-35E971C725A4}"/>
              </a:ext>
            </a:extLst>
          </p:cNvPr>
          <p:cNvSpPr/>
          <p:nvPr/>
        </p:nvSpPr>
        <p:spPr>
          <a:xfrm>
            <a:off x="468630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6D201B62-3C07-BB24-97FD-265AC0FDDFFB}"/>
              </a:ext>
            </a:extLst>
          </p:cNvPr>
          <p:cNvSpPr/>
          <p:nvPr/>
        </p:nvSpPr>
        <p:spPr>
          <a:xfrm>
            <a:off x="468630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Semanas 2-3</a:t>
            </a:r>
            <a:endParaRPr lang="en-US" sz="18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370CB66A-9CCC-5B8D-046C-7BCE38679CE2}"/>
              </a:ext>
            </a:extLst>
          </p:cNvPr>
          <p:cNvSpPr/>
          <p:nvPr/>
        </p:nvSpPr>
        <p:spPr>
          <a:xfrm>
            <a:off x="4686300" y="4069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Teste controlado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59BE1E86-55C1-CB16-DBC2-403FEC09DE1E}"/>
              </a:ext>
            </a:extLst>
          </p:cNvPr>
          <p:cNvSpPr/>
          <p:nvPr/>
        </p:nvSpPr>
        <p:spPr>
          <a:xfrm>
            <a:off x="4686300" y="4526280"/>
            <a:ext cx="2788920" cy="0"/>
          </a:xfrm>
          <a:prstGeom prst="line">
            <a:avLst/>
          </a:prstGeom>
          <a:noFill/>
          <a:ln w="635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pt-PT">
              <a:latin typeface="+mj-lt"/>
            </a:endParaRPr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93DB189B-4AE4-0C24-FF1F-44D8EF3ECB1D}"/>
              </a:ext>
            </a:extLst>
          </p:cNvPr>
          <p:cNvSpPr/>
          <p:nvPr/>
        </p:nvSpPr>
        <p:spPr>
          <a:xfrm>
            <a:off x="468630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Partilha com 10-15 clientes de confiança </a:t>
            </a:r>
            <a:r>
              <a:rPr lang="en-US" sz="1300" b="1" dirty="0" err="1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e uso interno</a:t>
            </a:r>
            <a:r>
              <a:rPr lang="en-US" sz="1300" b="1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 pelos consultores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A1BBA9B1-6BB8-EA74-2B62-2CFC7792CD6A}"/>
              </a:ext>
            </a:extLst>
          </p:cNvPr>
          <p:cNvSpPr/>
          <p:nvPr/>
        </p:nvSpPr>
        <p:spPr>
          <a:xfrm>
            <a:off x="4686300" y="5623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80"/>
                </a:solidFill>
                <a:latin typeface="+mj-lt"/>
                <a:ea typeface="Calibri" pitchFamily="34" charset="-122"/>
                <a:cs typeface="Calibri" pitchFamily="34" charset="-120"/>
              </a:rPr>
              <a:t>Recolha de dados</a:t>
            </a:r>
            <a:endParaRPr lang="en-US" sz="1100" dirty="0">
              <a:latin typeface="+mj-lt"/>
            </a:endParaRPr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25283F7D-B73F-A504-71C6-B2C8E2FCE81A}"/>
              </a:ext>
            </a:extLst>
          </p:cNvPr>
          <p:cNvSpPr/>
          <p:nvPr/>
        </p:nvSpPr>
        <p:spPr>
          <a:xfrm>
            <a:off x="8069580" y="2148840"/>
            <a:ext cx="3520440" cy="384048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B7342D58-AF59-79CE-2D58-7720474522DD}"/>
              </a:ext>
            </a:extLst>
          </p:cNvPr>
          <p:cNvSpPr/>
          <p:nvPr/>
        </p:nvSpPr>
        <p:spPr>
          <a:xfrm>
            <a:off x="8069580" y="2148840"/>
            <a:ext cx="73152" cy="3840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5D3CB2D0-BE5F-7CE3-98BD-4382F72325BF}"/>
              </a:ext>
            </a:extLst>
          </p:cNvPr>
          <p:cNvSpPr/>
          <p:nvPr/>
        </p:nvSpPr>
        <p:spPr>
          <a:xfrm>
            <a:off x="8435340" y="2331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FASE</a:t>
            </a:r>
            <a:endParaRPr lang="en-US" sz="1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60BCEEFD-371C-41C3-BDD9-9053295F2156}"/>
              </a:ext>
            </a:extLst>
          </p:cNvPr>
          <p:cNvSpPr/>
          <p:nvPr/>
        </p:nvSpPr>
        <p:spPr>
          <a:xfrm>
            <a:off x="843534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21F27D14-A98C-BA7A-B9D9-18E30E8B1893}"/>
              </a:ext>
            </a:extLst>
          </p:cNvPr>
          <p:cNvSpPr/>
          <p:nvPr/>
        </p:nvSpPr>
        <p:spPr>
          <a:xfrm>
            <a:off x="8435340" y="37033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Semana 4</a:t>
            </a:r>
            <a:endParaRPr lang="en-US" sz="18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11AEAAEC-9E1D-0F6C-D06E-B08C44694CD7}"/>
              </a:ext>
            </a:extLst>
          </p:cNvPr>
          <p:cNvSpPr/>
          <p:nvPr/>
        </p:nvSpPr>
        <p:spPr>
          <a:xfrm>
            <a:off x="8435340" y="4069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Avaliação com dados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EE1F42FC-42AA-3D5F-EFD4-589CE687D0CE}"/>
              </a:ext>
            </a:extLst>
          </p:cNvPr>
          <p:cNvSpPr/>
          <p:nvPr/>
        </p:nvSpPr>
        <p:spPr>
          <a:xfrm>
            <a:off x="8435340" y="4526280"/>
            <a:ext cx="2788920" cy="0"/>
          </a:xfrm>
          <a:prstGeom prst="line">
            <a:avLst/>
          </a:prstGeom>
          <a:noFill/>
          <a:ln w="6350">
            <a:solidFill>
              <a:srgbClr val="D5DBE7"/>
            </a:solidFill>
            <a:prstDash val="solid"/>
          </a:ln>
        </p:spPr>
        <p:txBody>
          <a:bodyPr/>
          <a:lstStyle/>
          <a:p>
            <a:endParaRPr lang="pt-PT">
              <a:latin typeface="+mj-lt"/>
            </a:endParaRPr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D9AFCD4F-4026-E02E-F092-D3281A828ADB}"/>
              </a:ext>
            </a:extLst>
          </p:cNvPr>
          <p:cNvSpPr/>
          <p:nvPr/>
        </p:nvSpPr>
        <p:spPr>
          <a:xfrm>
            <a:off x="843534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Diagnósticos gerados, leads, </a:t>
            </a:r>
            <a:r>
              <a:rPr lang="en-US" sz="1300" b="1" dirty="0" err="1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reuniões marcadas</a:t>
            </a:r>
            <a:r>
              <a:rPr lang="en-US" sz="1300" b="1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 e feedback. Decisão go / no-go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F3E0432A-A6D2-40E4-96EF-6427DDF331A7}"/>
              </a:ext>
            </a:extLst>
          </p:cNvPr>
          <p:cNvSpPr/>
          <p:nvPr/>
        </p:nvSpPr>
        <p:spPr>
          <a:xfrm>
            <a:off x="8435340" y="5623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80"/>
                </a:solidFill>
                <a:latin typeface="+mj-lt"/>
                <a:ea typeface="Calibri" pitchFamily="34" charset="-122"/>
                <a:cs typeface="Calibri" pitchFamily="34" charset="-120"/>
              </a:rPr>
              <a:t>Decisão</a:t>
            </a:r>
            <a:endParaRPr lang="en-US" sz="1100" dirty="0">
              <a:latin typeface="+mj-lt"/>
            </a:endParaRPr>
          </a:p>
        </p:txBody>
      </p:sp>
      <p:cxnSp>
        <p:nvCxnSpPr>
          <p:cNvPr id="61" name="Conexão reta 60">
            <a:extLst>
              <a:ext uri="{FF2B5EF4-FFF2-40B4-BE49-F238E27FC236}">
                <a16:creationId xmlns:a16="http://schemas.microsoft.com/office/drawing/2014/main" id="{FE4E0361-2EC7-094F-C12F-EAB4A69A7951}"/>
              </a:ext>
            </a:extLst>
          </p:cNvPr>
          <p:cNvCxnSpPr>
            <a:cxnSpLocks/>
          </p:cNvCxnSpPr>
          <p:nvPr/>
        </p:nvCxnSpPr>
        <p:spPr>
          <a:xfrm>
            <a:off x="0" y="1385247"/>
            <a:ext cx="12192000" cy="0"/>
          </a:xfrm>
          <a:prstGeom prst="line">
            <a:avLst/>
          </a:prstGeom>
          <a:noFill/>
          <a:ln w="19050" cap="flat" cmpd="sng" algn="ctr">
            <a:solidFill>
              <a:srgbClr val="F5A8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41894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62CF-4EF1-7322-F3F4-2EFBFBCF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E0B975-31AD-6216-B4E7-5DA91CC3609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8524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956C4D3-1DC1-0F01-B64C-C73AADFBC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666" y="560962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31ABBA35-1652-C2EA-71AF-F4240E158F42}"/>
              </a:ext>
            </a:extLst>
          </p:cNvPr>
          <p:cNvSpPr txBox="1">
            <a:spLocks/>
          </p:cNvSpPr>
          <p:nvPr/>
        </p:nvSpPr>
        <p:spPr>
          <a:xfrm>
            <a:off x="374583" y="475688"/>
            <a:ext cx="11112500" cy="88741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400" noProof="0" dirty="0">
                <a:solidFill>
                  <a:schemeClr val="accent1"/>
                </a:solidFill>
              </a:rPr>
              <a:t>Secção 02</a:t>
            </a:r>
          </a:p>
          <a:p>
            <a:r>
              <a:rPr lang="pt-PT" sz="3600" noProof="0" dirty="0">
                <a:solidFill>
                  <a:schemeClr val="accent1"/>
                </a:solidFill>
              </a:rPr>
              <a:t>Como </a:t>
            </a:r>
            <a:r>
              <a:rPr lang="pt-PT" sz="3600" dirty="0">
                <a:solidFill>
                  <a:schemeClr val="accent1"/>
                </a:solidFill>
              </a:rPr>
              <a:t>funciona</a:t>
            </a:r>
            <a:r>
              <a:rPr lang="pt-PT" sz="3600" noProof="0" dirty="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9D5A0BB-3D15-DE31-997F-C01A8E6BDAE2}"/>
              </a:ext>
            </a:extLst>
          </p:cNvPr>
          <p:cNvSpPr txBox="1">
            <a:spLocks/>
          </p:cNvSpPr>
          <p:nvPr/>
        </p:nvSpPr>
        <p:spPr>
          <a:xfrm>
            <a:off x="365003" y="1163335"/>
            <a:ext cx="11285977" cy="614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pt-BR" sz="1000" dirty="0"/>
          </a:p>
        </p:txBody>
      </p:sp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7533169E-3837-C8BB-DACE-D01E73B78C82}"/>
              </a:ext>
            </a:extLst>
          </p:cNvPr>
          <p:cNvCxnSpPr>
            <a:cxnSpLocks/>
          </p:cNvCxnSpPr>
          <p:nvPr/>
        </p:nvCxnSpPr>
        <p:spPr>
          <a:xfrm>
            <a:off x="0" y="1385247"/>
            <a:ext cx="12192000" cy="0"/>
          </a:xfrm>
          <a:prstGeom prst="line">
            <a:avLst/>
          </a:prstGeom>
          <a:noFill/>
          <a:ln w="19050" cap="flat" cmpd="sng" algn="ctr">
            <a:solidFill>
              <a:srgbClr val="F5A800"/>
            </a:solidFill>
            <a:prstDash val="solid"/>
            <a:miter lim="800000"/>
          </a:ln>
          <a:effectLst/>
        </p:spPr>
      </p:cxnSp>
      <p:sp>
        <p:nvSpPr>
          <p:cNvPr id="7" name="Shape 3">
            <a:extLst>
              <a:ext uri="{FF2B5EF4-FFF2-40B4-BE49-F238E27FC236}">
                <a16:creationId xmlns:a16="http://schemas.microsoft.com/office/drawing/2014/main" id="{0A7812DE-9B93-3ABC-1C26-D076780C42AD}"/>
              </a:ext>
            </a:extLst>
          </p:cNvPr>
          <p:cNvSpPr/>
          <p:nvPr/>
        </p:nvSpPr>
        <p:spPr>
          <a:xfrm>
            <a:off x="594360" y="1737360"/>
            <a:ext cx="534924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620F441A-96CA-D70C-10DF-488C218BD04C}"/>
              </a:ext>
            </a:extLst>
          </p:cNvPr>
          <p:cNvSpPr/>
          <p:nvPr/>
        </p:nvSpPr>
        <p:spPr>
          <a:xfrm>
            <a:off x="960120" y="214884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4CF1DB9-E8AE-E522-4FF5-A288553C3F42}"/>
              </a:ext>
            </a:extLst>
          </p:cNvPr>
          <p:cNvSpPr/>
          <p:nvPr/>
        </p:nvSpPr>
        <p:spPr>
          <a:xfrm>
            <a:off x="137160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1 · Questionário</a:t>
            </a:r>
            <a:endParaRPr lang="en-US" sz="16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F371431-2AD3-52C0-5A6E-5BB7B6A60C05}"/>
              </a:ext>
            </a:extLst>
          </p:cNvPr>
          <p:cNvSpPr/>
          <p:nvPr/>
        </p:nvSpPr>
        <p:spPr>
          <a:xfrm>
            <a:off x="960120" y="2606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7 perguntas sobre a empresa, o setor e a prioridade estratégica. Três minutos, no browser, sem registo.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7E208F5C-4DE5-B844-92CC-46DFFDC3157C}"/>
              </a:ext>
            </a:extLst>
          </p:cNvPr>
          <p:cNvSpPr/>
          <p:nvPr/>
        </p:nvSpPr>
        <p:spPr>
          <a:xfrm>
            <a:off x="6217920" y="1737360"/>
            <a:ext cx="534924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0A0A7239-774B-45F3-910E-63F70B52EBB0}"/>
              </a:ext>
            </a:extLst>
          </p:cNvPr>
          <p:cNvSpPr/>
          <p:nvPr/>
        </p:nvSpPr>
        <p:spPr>
          <a:xfrm>
            <a:off x="6583680" y="214884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25D2295D-DAB3-E234-5886-36E11BEE83D5}"/>
              </a:ext>
            </a:extLst>
          </p:cNvPr>
          <p:cNvSpPr/>
          <p:nvPr/>
        </p:nvSpPr>
        <p:spPr>
          <a:xfrm>
            <a:off x="699516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2 · Motor de IA</a:t>
            </a:r>
            <a:endParaRPr lang="en-US" sz="16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A4A6C2F6-3DF4-C5B7-E53A-2044F204FAC6}"/>
              </a:ext>
            </a:extLst>
          </p:cNvPr>
          <p:cNvSpPr/>
          <p:nvPr/>
        </p:nvSpPr>
        <p:spPr>
          <a:xfrm>
            <a:off x="6583680" y="2606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Pipeline multi-modelo com pesquisa web em fontes portuguesas (INE, Pordata, Banco de Portugal) e validação aritmética.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B8E4BFF4-0799-8D5B-019F-7A016C760E8B}"/>
              </a:ext>
            </a:extLst>
          </p:cNvPr>
          <p:cNvSpPr/>
          <p:nvPr/>
        </p:nvSpPr>
        <p:spPr>
          <a:xfrm>
            <a:off x="594360" y="3931920"/>
            <a:ext cx="534924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3F3E5826-F93F-9598-DEA4-721CC117755C}"/>
              </a:ext>
            </a:extLst>
          </p:cNvPr>
          <p:cNvSpPr/>
          <p:nvPr/>
        </p:nvSpPr>
        <p:spPr>
          <a:xfrm>
            <a:off x="960120" y="434340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641B393B-7ECE-F865-58D3-809637A667E2}"/>
              </a:ext>
            </a:extLst>
          </p:cNvPr>
          <p:cNvSpPr/>
          <p:nvPr/>
        </p:nvSpPr>
        <p:spPr>
          <a:xfrm>
            <a:off x="1371600" y="4297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3 · Diagnóstico</a:t>
            </a:r>
            <a:endParaRPr lang="en-US" sz="16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8525645-5B55-A9F4-7A8A-65C8E74C59C0}"/>
              </a:ext>
            </a:extLst>
          </p:cNvPr>
          <p:cNvSpPr/>
          <p:nvPr/>
        </p:nvSpPr>
        <p:spPr>
          <a:xfrm>
            <a:off x="960120" y="4800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Documento de 7 secções com fontes citadas, cenários financeiros e roteiro de 90 dias. PDF com a marca Crowe.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8B5A03F4-F510-69F0-344E-D2A6C6DEEF60}"/>
              </a:ext>
            </a:extLst>
          </p:cNvPr>
          <p:cNvSpPr/>
          <p:nvPr/>
        </p:nvSpPr>
        <p:spPr>
          <a:xfrm>
            <a:off x="6217920" y="3931920"/>
            <a:ext cx="5349240" cy="192024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C5A26A69-7D26-7E62-E855-1F0CC8785505}"/>
              </a:ext>
            </a:extLst>
          </p:cNvPr>
          <p:cNvSpPr/>
          <p:nvPr/>
        </p:nvSpPr>
        <p:spPr>
          <a:xfrm>
            <a:off x="6583680" y="4343400"/>
            <a:ext cx="228600" cy="2286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B59E3BE3-CEA9-6AF5-3FFF-743D55D147F2}"/>
              </a:ext>
            </a:extLst>
          </p:cNvPr>
          <p:cNvSpPr/>
          <p:nvPr/>
        </p:nvSpPr>
        <p:spPr>
          <a:xfrm>
            <a:off x="6995160" y="4297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4 · Lead qualificado</a:t>
            </a:r>
            <a:endParaRPr lang="en-US" sz="16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54B92962-0482-3D77-BDFA-411DF3E060E4}"/>
              </a:ext>
            </a:extLst>
          </p:cNvPr>
          <p:cNvSpPr/>
          <p:nvPr/>
        </p:nvSpPr>
        <p:spPr>
          <a:xfrm>
            <a:off x="6583680" y="4800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Nome, cargo, empresa e contactos chegam à equipa por email, com o diagnóstico anexado.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426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849E2-63E5-4A59-80BB-C6F91E5F8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FC259F-1025-8AB9-981D-09EBD16CE2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8524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2D8E91-1AAC-88E6-B622-9A902A930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666" y="560962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8D528E65-E065-CD8C-0EC1-8F3CC8ADF296}"/>
              </a:ext>
            </a:extLst>
          </p:cNvPr>
          <p:cNvSpPr txBox="1">
            <a:spLocks/>
          </p:cNvSpPr>
          <p:nvPr/>
        </p:nvSpPr>
        <p:spPr>
          <a:xfrm>
            <a:off x="374583" y="475688"/>
            <a:ext cx="11112500" cy="88741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400" noProof="0" dirty="0">
                <a:solidFill>
                  <a:schemeClr val="accent1"/>
                </a:solidFill>
              </a:rPr>
              <a:t>Secção 03</a:t>
            </a:r>
          </a:p>
          <a:p>
            <a:r>
              <a:rPr lang="pt-PT" sz="3600" noProof="0" dirty="0">
                <a:solidFill>
                  <a:schemeClr val="accent1"/>
                </a:solidFill>
              </a:rPr>
              <a:t>Valor e economics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D70FE27-4D9B-6D05-4FCB-5478C8D98B3E}"/>
              </a:ext>
            </a:extLst>
          </p:cNvPr>
          <p:cNvSpPr txBox="1">
            <a:spLocks/>
          </p:cNvSpPr>
          <p:nvPr/>
        </p:nvSpPr>
        <p:spPr>
          <a:xfrm>
            <a:off x="365003" y="1163335"/>
            <a:ext cx="11285977" cy="614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pt-BR" sz="1000" dirty="0"/>
          </a:p>
        </p:txBody>
      </p:sp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590F8B67-5EC9-5D8A-D65A-B78D683437AB}"/>
              </a:ext>
            </a:extLst>
          </p:cNvPr>
          <p:cNvCxnSpPr>
            <a:cxnSpLocks/>
          </p:cNvCxnSpPr>
          <p:nvPr/>
        </p:nvCxnSpPr>
        <p:spPr>
          <a:xfrm>
            <a:off x="0" y="1385247"/>
            <a:ext cx="12192000" cy="0"/>
          </a:xfrm>
          <a:prstGeom prst="line">
            <a:avLst/>
          </a:prstGeom>
          <a:noFill/>
          <a:ln w="19050" cap="flat" cmpd="sng" algn="ctr">
            <a:solidFill>
              <a:srgbClr val="F5A800"/>
            </a:solidFill>
            <a:prstDash val="solid"/>
            <a:miter lim="800000"/>
          </a:ln>
          <a:effectLst/>
        </p:spPr>
      </p:cxn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C73070CE-DF49-CDC3-FB1F-5F83CA87CDC0}"/>
              </a:ext>
            </a:extLst>
          </p:cNvPr>
          <p:cNvSpPr txBox="1">
            <a:spLocks/>
          </p:cNvSpPr>
          <p:nvPr/>
        </p:nvSpPr>
        <p:spPr>
          <a:xfrm>
            <a:off x="365957" y="1161538"/>
            <a:ext cx="11285977" cy="614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pt-BR" sz="10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59300CCE-9207-2C94-5AB7-FDD27BF237DF}"/>
              </a:ext>
            </a:extLst>
          </p:cNvPr>
          <p:cNvSpPr/>
          <p:nvPr/>
        </p:nvSpPr>
        <p:spPr>
          <a:xfrm>
            <a:off x="1371600" y="1783080"/>
            <a:ext cx="941832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7396D88-D6AD-2A3D-6053-8353BEBC02BD}"/>
              </a:ext>
            </a:extLst>
          </p:cNvPr>
          <p:cNvSpPr/>
          <p:nvPr/>
        </p:nvSpPr>
        <p:spPr>
          <a:xfrm>
            <a:off x="1371600" y="1783080"/>
            <a:ext cx="73152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27592DC-6996-0066-02DA-EA1E5E852B59}"/>
              </a:ext>
            </a:extLst>
          </p:cNvPr>
          <p:cNvSpPr/>
          <p:nvPr/>
        </p:nvSpPr>
        <p:spPr>
          <a:xfrm>
            <a:off x="169164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Valor para o cliente</a:t>
            </a:r>
            <a:endParaRPr lang="en-US" sz="15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6A32EF3-9250-F146-C33C-861B5AD47278}"/>
              </a:ext>
            </a:extLst>
          </p:cNvPr>
          <p:cNvSpPr/>
          <p:nvPr/>
        </p:nvSpPr>
        <p:spPr>
          <a:xfrm>
            <a:off x="1691640" y="2377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Diagnóstico setorial fundamentado, com fontes verificáveis, cenários financeiros e roteiro de 90 dias — em três minutos e sem custo.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A70E992-BEFE-BC3B-3233-2EDD858C2DCE}"/>
              </a:ext>
            </a:extLst>
          </p:cNvPr>
          <p:cNvSpPr/>
          <p:nvPr/>
        </p:nvSpPr>
        <p:spPr>
          <a:xfrm>
            <a:off x="1371600" y="3246120"/>
            <a:ext cx="941832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3069F65-AE73-16E5-7417-C0E8B54FFC85}"/>
              </a:ext>
            </a:extLst>
          </p:cNvPr>
          <p:cNvSpPr/>
          <p:nvPr/>
        </p:nvSpPr>
        <p:spPr>
          <a:xfrm>
            <a:off x="1371600" y="3246120"/>
            <a:ext cx="73152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32B2899-9977-FBEB-2343-1C2BFC7F85FA}"/>
              </a:ext>
            </a:extLst>
          </p:cNvPr>
          <p:cNvSpPr/>
          <p:nvPr/>
        </p:nvSpPr>
        <p:spPr>
          <a:xfrm>
            <a:off x="1691640" y="3429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Valor para a Crowe</a:t>
            </a:r>
            <a:endParaRPr lang="en-US" sz="15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01E0D1D-B58A-08F9-FD10-286247521A08}"/>
              </a:ext>
            </a:extLst>
          </p:cNvPr>
          <p:cNvSpPr/>
          <p:nvPr/>
        </p:nvSpPr>
        <p:spPr>
          <a:xfrm>
            <a:off x="169164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Leads empresariais qualificados, consultor preparado antes da primeira reunião e prova viva das capacidades da Crowe AI Consulting Unit.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758C96D-4935-9241-EDBE-966D2CDCB6C3}"/>
              </a:ext>
            </a:extLst>
          </p:cNvPr>
          <p:cNvSpPr/>
          <p:nvPr/>
        </p:nvSpPr>
        <p:spPr>
          <a:xfrm>
            <a:off x="1371600" y="4709160"/>
            <a:ext cx="941832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E0E5EE"/>
            </a:solidFill>
            <a:prstDash val="solid"/>
          </a:ln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3B434A3-CFD6-03CD-A45F-0525CFA13999}"/>
              </a:ext>
            </a:extLst>
          </p:cNvPr>
          <p:cNvSpPr/>
          <p:nvPr/>
        </p:nvSpPr>
        <p:spPr>
          <a:xfrm>
            <a:off x="1371600" y="4709160"/>
            <a:ext cx="73152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PT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1BA4EC1-0817-5EF0-A9D1-04A750939828}"/>
              </a:ext>
            </a:extLst>
          </p:cNvPr>
          <p:cNvSpPr/>
          <p:nvPr/>
        </p:nvSpPr>
        <p:spPr>
          <a:xfrm>
            <a:off x="1691640" y="4892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1E41"/>
                </a:solidFill>
                <a:latin typeface="+mj-lt"/>
                <a:ea typeface="Georgia" pitchFamily="34" charset="-122"/>
                <a:cs typeface="Georgia" pitchFamily="34" charset="-120"/>
              </a:rPr>
              <a:t>Economics</a:t>
            </a:r>
            <a:endParaRPr lang="en-US" sz="1500" dirty="0">
              <a:solidFill>
                <a:srgbClr val="011E41"/>
              </a:solidFill>
              <a:latin typeface="+mj-lt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7DF1A68-E8C2-B4FC-A0A4-593C40407FC6}"/>
              </a:ext>
            </a:extLst>
          </p:cNvPr>
          <p:cNvSpPr/>
          <p:nvPr/>
        </p:nvSpPr>
        <p:spPr>
          <a:xfrm>
            <a:off x="1691640" y="5303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E41"/>
                </a:solidFill>
                <a:latin typeface="+mj-lt"/>
                <a:ea typeface="Calibri" pitchFamily="34" charset="-122"/>
                <a:cs typeface="Calibri" pitchFamily="34" charset="-120"/>
              </a:rPr>
              <a:t>Cerca de 0,20 € de custo de IA por diagnóstico e infraestrutura sem custo fixo. Demo privada: crowe-strategy-studio.vercel.app</a:t>
            </a:r>
            <a:endParaRPr lang="en-US" sz="1300" dirty="0">
              <a:solidFill>
                <a:srgbClr val="011E4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0719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A17752-C4C6-9547-BF16-EE8C0BA5DA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06900" y="3113333"/>
            <a:ext cx="3603164" cy="268438"/>
          </a:xfrm>
        </p:spPr>
        <p:txBody>
          <a:bodyPr/>
          <a:lstStyle/>
          <a:p>
            <a:r>
              <a:rPr lang="pt-PT" noProof="0" dirty="0"/>
              <a:t>Miguel Silva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D99BE-F83E-C044-B31C-DBBFEF6BA8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06900" y="3458933"/>
            <a:ext cx="3584347" cy="247841"/>
          </a:xfrm>
        </p:spPr>
        <p:txBody>
          <a:bodyPr/>
          <a:lstStyle/>
          <a:p>
            <a:r>
              <a:rPr lang="pt-PT" noProof="0" dirty="0" err="1"/>
              <a:t>Head of AI</a:t>
            </a:r>
            <a:r>
              <a:rPr lang="pt-PT" noProof="0" dirty="0"/>
              <a:t> </a:t>
            </a:r>
            <a:r>
              <a:rPr lang="pt-PT" noProof="0" dirty="0" err="1"/>
              <a:t>Crowe</a:t>
            </a:r>
            <a:r>
              <a:rPr lang="pt-PT" noProof="0" dirty="0"/>
              <a:t> </a:t>
            </a:r>
            <a:r>
              <a:rPr lang="pt-PT" noProof="0" dirty="0" err="1"/>
              <a:t>Consulting Unit</a:t>
            </a:r>
            <a:endParaRPr lang="pt-PT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1E6850-EF63-B242-9169-E364BA4750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06900" y="3900261"/>
            <a:ext cx="3584347" cy="479028"/>
          </a:xfrm>
        </p:spPr>
        <p:txBody>
          <a:bodyPr/>
          <a:lstStyle/>
          <a:p>
            <a:r>
              <a:rPr lang="pt-PT" sz="1600" noProof="0" dirty="0"/>
              <a:t>+ 351 914 912 126</a:t>
            </a:r>
            <a:br>
              <a:rPr lang="pt-PT" sz="1600" noProof="0" dirty="0"/>
            </a:br>
            <a:r>
              <a:rPr lang="pt-PT" sz="1600" noProof="0" dirty="0"/>
              <a:t>miguel.silva@crowe.pt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4D7CAB-EE0C-C448-BC53-84D1FA36E7E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725717" y="4527206"/>
            <a:ext cx="3584347" cy="479028"/>
          </a:xfrm>
        </p:spPr>
        <p:txBody>
          <a:bodyPr/>
          <a:lstStyle/>
          <a:p>
            <a:pPr lvl="0"/>
            <a:r>
              <a:rPr lang="pt-PT" noProof="0" dirty="0" err="1"/>
              <a:t>Crowe</a:t>
            </a:r>
            <a:r>
              <a:rPr lang="pt-PT" noProof="0" dirty="0"/>
              <a:t> </a:t>
            </a:r>
            <a:r>
              <a:rPr lang="pt-PT" noProof="0" dirty="0" err="1"/>
              <a:t>Advisory</a:t>
            </a:r>
            <a:r>
              <a:rPr lang="pt-PT" noProof="0" dirty="0"/>
              <a:t> PT</a:t>
            </a:r>
          </a:p>
          <a:p>
            <a:pPr lvl="0"/>
            <a:r>
              <a:rPr lang="pt-PT" noProof="0" dirty="0"/>
              <a:t>www.crowe.</a:t>
            </a:r>
            <a:r>
              <a:rPr lang="pt-PT" dirty="0" err="1"/>
              <a:t>pt</a:t>
            </a:r>
            <a:endParaRPr lang="pt-PT" noProof="0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3044C784-D977-7140-863C-A53A5A878541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531" y="3113333"/>
            <a:ext cx="1711869" cy="1711869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90AEC8-72B9-AA3C-8E86-68627E9C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28" y="1258131"/>
            <a:ext cx="7572256" cy="1002943"/>
          </a:xfrm>
        </p:spPr>
        <p:txBody>
          <a:bodyPr/>
          <a:lstStyle/>
          <a:p>
            <a:r>
              <a:rPr lang="pt-PT" sz="5400" noProof="0" dirty="0">
                <a:solidFill>
                  <a:schemeClr val="bg1"/>
                </a:solidFill>
              </a:rPr>
              <a:t>Obrigado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EF8E52-2CF4-C95E-1C71-A3CEFEE39BF1}"/>
              </a:ext>
            </a:extLst>
          </p:cNvPr>
          <p:cNvSpPr txBox="1"/>
          <p:nvPr/>
        </p:nvSpPr>
        <p:spPr>
          <a:xfrm>
            <a:off x="729836" y="6227668"/>
            <a:ext cx="8277686" cy="52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lnSpc>
                <a:spcPct val="115000"/>
              </a:lnSpc>
              <a:spcBef>
                <a:spcPct val="20000"/>
              </a:spcBef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chemeClr val="bg2"/>
                </a:solidFill>
                <a:latin typeface="Arial"/>
                <a:ea typeface="Calibri" panose="020F0502020204030204" pitchFamily="34" charset="0"/>
                <a:cs typeface="Times New Roman" panose="02020603050405020304" pitchFamily="18" charset="0"/>
              </a:rPr>
              <a:t>Crowe Portugal is a member of Crowe Global, a Swiss verein. Each member firm of Crowe Global is a separate and independent legal entity. Crowe Portugal and its affiliates are not responsible or liable for any acts or omissions of Crowe Global or any other member of Crowe Global.</a:t>
            </a:r>
          </a:p>
          <a:p>
            <a:pPr defTabSz="685800">
              <a:lnSpc>
                <a:spcPct val="115000"/>
              </a:lnSpc>
              <a:spcBef>
                <a:spcPct val="20000"/>
              </a:spcBef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chemeClr val="bg2"/>
                </a:solidFill>
                <a:latin typeface="Arial"/>
                <a:ea typeface="Calibri" panose="020F0502020204030204" pitchFamily="34" charset="0"/>
                <a:cs typeface="Times New Roman" panose="02020603050405020304" pitchFamily="18" charset="0"/>
              </a:rPr>
              <a:t>© 2026 Crowe Portugal</a:t>
            </a:r>
          </a:p>
        </p:txBody>
      </p:sp>
    </p:spTree>
    <p:extLst>
      <p:ext uri="{BB962C8B-B14F-4D97-AF65-F5344CB8AC3E}">
        <p14:creationId xmlns:p14="http://schemas.microsoft.com/office/powerpoint/2010/main" val="3957430978"/>
      </p:ext>
    </p:extLst>
  </p:cSld>
  <p:clrMapOvr>
    <a:masterClrMapping/>
  </p:clrMapOvr>
</p:sld>
</file>

<file path=ppt/theme/theme1.xml><?xml version="1.0" encoding="utf-8"?>
<a:theme xmlns:a="http://schemas.openxmlformats.org/drawingml/2006/main" name="CROWE">
  <a:themeElements>
    <a:clrScheme name="Crowe 1">
      <a:dk1>
        <a:srgbClr val="4F4F4F"/>
      </a:dk1>
      <a:lt1>
        <a:srgbClr val="FFFFFF"/>
      </a:lt1>
      <a:dk2>
        <a:srgbClr val="002E61"/>
      </a:dk2>
      <a:lt2>
        <a:srgbClr val="FFFFFF"/>
      </a:lt2>
      <a:accent1>
        <a:srgbClr val="F5A800"/>
      </a:accent1>
      <a:accent2>
        <a:srgbClr val="05AB8C"/>
      </a:accent2>
      <a:accent3>
        <a:srgbClr val="54C0E8"/>
      </a:accent3>
      <a:accent4>
        <a:srgbClr val="0075C9"/>
      </a:accent4>
      <a:accent5>
        <a:srgbClr val="B14FC5"/>
      </a:accent5>
      <a:accent6>
        <a:srgbClr val="E5376B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we_PowerPointTemplate_2023" id="{61E3F4FA-4E8B-1141-AA24-BFC14D9769E1}" vid="{50797EAD-37BF-7D4E-A679-7FBF411B4EF2}"/>
    </a:ext>
  </a:extLst>
</a:theme>
</file>

<file path=ppt/theme/theme2.xml><?xml version="1.0" encoding="utf-8"?>
<a:theme xmlns:a="http://schemas.openxmlformats.org/drawingml/2006/main" name="Tema do Office">
  <a:themeElements>
    <a:clrScheme name="Crowe Global">
      <a:dk1>
        <a:srgbClr val="000000"/>
      </a:dk1>
      <a:lt1>
        <a:srgbClr val="FFFFFF"/>
      </a:lt1>
      <a:dk2>
        <a:srgbClr val="011E41"/>
      </a:dk2>
      <a:lt2>
        <a:srgbClr val="FFFFFF"/>
      </a:lt2>
      <a:accent1>
        <a:srgbClr val="F5A800"/>
      </a:accent1>
      <a:accent2>
        <a:srgbClr val="003F9F"/>
      </a:accent2>
      <a:accent3>
        <a:srgbClr val="54C0E8"/>
      </a:accent3>
      <a:accent4>
        <a:srgbClr val="05AB8C"/>
      </a:accent4>
      <a:accent5>
        <a:srgbClr val="B14FC5"/>
      </a:accent5>
      <a:accent6>
        <a:srgbClr val="E5376B"/>
      </a:accent6>
      <a:hlink>
        <a:srgbClr val="0075C9"/>
      </a:hlink>
      <a:folHlink>
        <a:srgbClr val="32A8F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rowe Amber Bright">
      <a:srgbClr val="FFD231"/>
    </a:custClr>
    <a:custClr name="Crowe Indigo Bright">
      <a:srgbClr val="003F9F"/>
    </a:custClr>
    <a:custClr name="Crowe Teal Bright">
      <a:srgbClr val="16D9BC"/>
    </a:custClr>
    <a:custClr name="Crowe Cyan Bright">
      <a:srgbClr val="8FE1FF"/>
    </a:custClr>
    <a:custClr name="Crowe Blue Bright">
      <a:srgbClr val="32A8FD"/>
    </a:custClr>
    <a:custClr name="Crowe Violet Bright">
      <a:srgbClr val="EA80FF"/>
    </a:custClr>
    <a:custClr name="Crowe Coral Bright">
      <a:srgbClr val="FF526F"/>
    </a:custClr>
    <a:custClr name="Blank">
      <a:srgbClr val="FFFFFF"/>
    </a:custClr>
    <a:custClr name="Blank">
      <a:srgbClr val="FFFFFF"/>
    </a:custClr>
    <a:custClr name="Blank">
      <a:srgbClr val="FFFFFF"/>
    </a:custClr>
    <a:custClr name="Crowe Amber">
      <a:srgbClr val="F5A800"/>
    </a:custClr>
    <a:custClr name="Crowe Indigo Medium">
      <a:srgbClr val="002E62"/>
    </a:custClr>
    <a:custClr name="Crowe Teal">
      <a:srgbClr val="05AB8C"/>
    </a:custClr>
    <a:custClr name="Crowe Cyan">
      <a:srgbClr val="54C0E8"/>
    </a:custClr>
    <a:custClr name="Crowe Blue">
      <a:srgbClr val="0075C9"/>
    </a:custClr>
    <a:custClr name="Crowe Violet">
      <a:srgbClr val="B14FC5"/>
    </a:custClr>
    <a:custClr name="Crowe Coral">
      <a:srgbClr val="E5376B"/>
    </a:custClr>
    <a:custClr name="Blank">
      <a:srgbClr val="FFFFFF"/>
    </a:custClr>
    <a:custClr name="Blank">
      <a:srgbClr val="FFFFFF"/>
    </a:custClr>
    <a:custClr name="Blank">
      <a:srgbClr val="FFFFFF"/>
    </a:custClr>
    <a:custClr name="Crowe Amber Dark">
      <a:srgbClr val="D7761D"/>
    </a:custClr>
    <a:custClr name="Crowe Indigo">
      <a:srgbClr val="011E41"/>
    </a:custClr>
    <a:custClr name="Crowe Teal Dark">
      <a:srgbClr val="0C7876"/>
    </a:custClr>
    <a:custClr name="Crowe Cyan Dark">
      <a:srgbClr val="007DA3"/>
    </a:custClr>
    <a:custClr name="Crowe Blue Dark">
      <a:srgbClr val="0050AD"/>
    </a:custClr>
    <a:custClr name="Crowe Violet Dark">
      <a:srgbClr val="612080"/>
    </a:custClr>
    <a:custClr name="Crowe Coral Dark">
      <a:srgbClr val="992A5C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Widescreen Template.pptx" id="{56126FEA-C69D-49E9-B2E9-01764D00D548}" vid="{7F348FDD-D955-46AB-8227-2FB3A8F62C2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c59879-b1ff-4186-9d1a-f8037e0f0989}" enabled="0" method="" siteId="{87c59879-b1ff-4186-9d1a-f8037e0f098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CROWE</Template>
  <TotalTime>9631</TotalTime>
  <Words>4533</Words>
  <Application>Microsoft Macintosh PowerPoint</Application>
  <PresentationFormat>Ecrã Panorâmico</PresentationFormat>
  <Paragraphs>302</Paragraphs>
  <Slides>21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CROWE</vt:lpstr>
      <vt:lpstr>Tema do Office</vt:lpstr>
      <vt:lpstr>Formação em IA Generativa</vt:lpstr>
      <vt:lpstr> Índice</vt:lpstr>
      <vt:lpstr>Apresentação do PowerPoint</vt:lpstr>
      <vt:lpstr>Identificação</vt:lpstr>
      <vt:lpstr>Apresentação do PowerPoint</vt:lpstr>
      <vt:lpstr>Calendarização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Anexos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Guidelines</dc:title>
  <dc:creator>Natascha Niebauer</dc:creator>
  <cp:lastModifiedBy>Miguel Silva</cp:lastModifiedBy>
  <cp:revision>823</cp:revision>
  <cp:lastPrinted>2023-11-15T12:53:22Z</cp:lastPrinted>
  <dcterms:created xsi:type="dcterms:W3CDTF">2024-03-26T15:18:33Z</dcterms:created>
  <dcterms:modified xsi:type="dcterms:W3CDTF">2026-05-22T18:38:11Z</dcterms:modified>
</cp:coreProperties>
</file>